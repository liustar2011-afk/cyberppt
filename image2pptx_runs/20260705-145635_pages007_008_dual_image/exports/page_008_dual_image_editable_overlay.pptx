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45635_pages007_008_dual_image/images/page_008_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33" y="1504950"/>
            <a:ext cx="17906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六类证据资源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781030" y="2009775"/>
            <a:ext cx="15620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企业主体数据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81030" y="2552700"/>
            <a:ext cx="15620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海外项目数据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81030" y="3095625"/>
            <a:ext cx="15620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技术装备数据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81030" y="3638550"/>
            <a:ext cx="15620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财务信用数据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030" y="4181475"/>
            <a:ext cx="15620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E&amp;S/HSE与合规数据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1030" y="4724400"/>
            <a:ext cx="156206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国别市场与风险数据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52876" y="1504950"/>
            <a:ext cx="21525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九类能力维度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305192" y="2219325"/>
            <a:ext cx="895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主体治理与合规能力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10105" y="2219325"/>
            <a:ext cx="895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财务稳健与信用履约能力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017" y="2219325"/>
            <a:ext cx="895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国际项目经验与交付能力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305192" y="3219450"/>
            <a:ext cx="895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技术装备与系统集成能力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10105" y="3219450"/>
            <a:ext cx="895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E&amp;S/ESG/HSE能力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15017" y="3219450"/>
            <a:ext cx="895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供应链责任能力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305192" y="4219575"/>
            <a:ext cx="895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属地化经营与伙伴协同能力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810105" y="4219575"/>
            <a:ext cx="895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国别适配与风险应对能力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15017" y="4219575"/>
            <a:ext cx="89532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数据可信与证据管理能力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524762" y="1504950"/>
            <a:ext cx="19430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企业类型适配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524762" y="1924050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投资运营企业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515337" y="1924050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规划设计企业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524762" y="2219325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EPC总承包企业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515337" y="2219325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装备制造企业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524762" y="2514600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运维服务企业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515337" y="2514600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平台集成企业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524762" y="2809875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供应链服务企业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524762" y="3829050"/>
            <a:ext cx="194305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5B4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场景适配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9524762" y="4248150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基础画像评价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515337" y="4248150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投标预审评价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9524762" y="4572000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融资保险评价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10515337" y="4572000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供应链准入评价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524762" y="4895850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国别适配评价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0515337" y="4895850"/>
            <a:ext cx="9143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传播展示评价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81030" y="5943600"/>
            <a:ext cx="1057248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312D"/>
                </a:solidFill>
                <a:latin typeface="Arial Unicode MS" pitchFamily="34" charset="0"/>
                <a:ea typeface="Arial Unicode MS" pitchFamily="34" charset="-122"/>
                <a:cs typeface="Arial Unicode MS" pitchFamily="34" charset="-120"/>
              </a:rPr>
              <a:t>评价模型不是单一打分表，而是“证据资源 × 能力维度 × 企业类型 × 应用场景”的组合支撑体系。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CyberPPT</cp:lastModifiedBy>
  <cp:revision>1</cp:revision>
  <dcterms:created xsi:type="dcterms:W3CDTF">2026-07-05T06:56:35Z</dcterms:created>
  <dcterms:modified xsi:type="dcterms:W3CDTF">2026-07-05T06:56:35Z</dcterms:modified>
</cp:coreProperties>
</file>