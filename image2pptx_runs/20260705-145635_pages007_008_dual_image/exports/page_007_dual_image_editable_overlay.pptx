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olumes/DOC/CyberPPT/image2pptx_runs/20260705-145635_pages007_008_dual_image/images/page_007_backgrou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1030" y="1571625"/>
            <a:ext cx="5905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5B4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 企业入库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514337" y="1885950"/>
            <a:ext cx="80008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3312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企业类型 / 业务范围 / 目标区域 / 应用需求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981150" y="1571625"/>
            <a:ext cx="5905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5B4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2 角色识别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714457" y="1885950"/>
            <a:ext cx="80008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3312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投资运营 / 规划设计 / EPC / 装备制造 / 运维等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181270" y="1571625"/>
            <a:ext cx="5905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5B4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3 授权取证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2914577" y="1885950"/>
            <a:ext cx="80008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3312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基础评价 / 专项评价 / 对外传播授权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381390" y="1571625"/>
            <a:ext cx="5905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5B4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4 数据治理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114697" y="1885950"/>
            <a:ext cx="80008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3312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清洗 / 校验 / 去重 / 口径统一 / 版本管理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581510" y="1571625"/>
            <a:ext cx="5905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5B4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5 证据入库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314817" y="1885950"/>
            <a:ext cx="80008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3312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按证据类型 / 能力维度 / 场景 / 授权边界入库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581510" y="3190875"/>
            <a:ext cx="5905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5B4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6 能力评价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314817" y="3505200"/>
            <a:ext cx="80008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3312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评价模型 / 证据等级 / 场景适配规则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381390" y="3190875"/>
            <a:ext cx="5905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5B4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7 专家复核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114697" y="3505200"/>
            <a:ext cx="80008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3312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重大结论 / 关键证据 / 风险提示 / 争议事项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181270" y="3190875"/>
            <a:ext cx="5905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5B4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8 结果生成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2914577" y="3505200"/>
            <a:ext cx="80008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3312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画像报告 / 评价结果 / 证明材料 / 专题报告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981150" y="3190875"/>
            <a:ext cx="5905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5B4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9 场景调用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714457" y="3505200"/>
            <a:ext cx="80008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3312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投标 / 融资 / 供应链 / 国别进入 / 监测传播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781030" y="3190875"/>
            <a:ext cx="5905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5B4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10 反馈更新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514337" y="3505200"/>
            <a:ext cx="80008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3312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使用反馈 / 异议处理 / 补证修正 / 规则修订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52436" y="5381625"/>
            <a:ext cx="14096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B4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项目新增/完工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2419290" y="5381625"/>
            <a:ext cx="14096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B4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证书到期/更新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4286143" y="5381625"/>
            <a:ext cx="14096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B4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行政处罚/信用修复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6152996" y="5381625"/>
            <a:ext cx="14096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B4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国别规则变化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8019849" y="5381625"/>
            <a:ext cx="14096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B4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风险事件变化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9886703" y="5381625"/>
            <a:ext cx="14096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B4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企业补证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666733" y="6000750"/>
            <a:ext cx="1085822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312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核心逻辑：以授权取证和证据入库为基础，用模型评价形成结果，再通过场景调用和反馈更新形成可持续运营闭环。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CyberPPT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CyberPPT dual image editable overlay</dc:title>
  <dc:subject>dual_image_editable_overlay</dc:subject>
  <dc:creator>CyberPPT</dc:creator>
  <cp:lastModifiedBy>CyberPPT</cp:lastModifiedBy>
  <cp:revision>1</cp:revision>
  <dcterms:created xsi:type="dcterms:W3CDTF">2026-07-05T06:56:35Z</dcterms:created>
  <dcterms:modified xsi:type="dcterms:W3CDTF">2026-07-05T06:56:35Z</dcterms:modified>
</cp:coreProperties>
</file>