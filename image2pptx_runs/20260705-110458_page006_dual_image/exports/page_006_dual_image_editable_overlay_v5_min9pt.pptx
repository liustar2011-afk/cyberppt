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261883" y="342900"/>
            <a:ext cx="-990623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0" dirty="0"/>
          </a:p>
        </p:txBody>
      </p:sp>
      <p:sp>
        <p:nvSpPr>
          <p:cNvPr id="20" name="Text 17"/>
          <p:cNvSpPr/>
          <p:nvPr/>
        </p:nvSpPr>
        <p:spPr>
          <a:xfrm>
            <a:off x="472611" y="733425"/>
            <a:ext cx="10169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42975"/>
            <a:ext cx="7972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3821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123950"/>
            <a:ext cx="7972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1119188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304925"/>
            <a:ext cx="7972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30016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457325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4525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609725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61883" y="1933575"/>
            <a:ext cx="-98157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0" dirty="0"/>
          </a:p>
        </p:txBody>
      </p:sp>
      <p:sp>
        <p:nvSpPr>
          <p:cNvPr id="31" name="Text 28"/>
          <p:cNvSpPr/>
          <p:nvPr/>
        </p:nvSpPr>
        <p:spPr>
          <a:xfrm>
            <a:off x="762000" y="21621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21574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3241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319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955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907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647950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643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8194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61883" y="3152775"/>
            <a:ext cx="-98157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0" dirty="0"/>
          </a:p>
        </p:txBody>
      </p:sp>
      <p:sp>
        <p:nvSpPr>
          <p:cNvPr id="41" name="Text 38"/>
          <p:cNvSpPr/>
          <p:nvPr/>
        </p:nvSpPr>
        <p:spPr>
          <a:xfrm>
            <a:off x="762000" y="33813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76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43300"/>
            <a:ext cx="8716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385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705225"/>
            <a:ext cx="10629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7004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867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862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40386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6005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9581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625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577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924425"/>
            <a:ext cx="105236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919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958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911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2578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723900"/>
            <a:ext cx="6200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1009650"/>
            <a:ext cx="8716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200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390650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571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11571922" y="723900"/>
            <a:ext cx="-58850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0" dirty="0"/>
          </a:p>
        </p:txBody>
      </p:sp>
      <p:sp>
        <p:nvSpPr>
          <p:cNvPr id="73" name="Text 70"/>
          <p:cNvSpPr/>
          <p:nvPr/>
        </p:nvSpPr>
        <p:spPr>
          <a:xfrm>
            <a:off x="5238750" y="10096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200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3906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571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11571922" y="723900"/>
            <a:ext cx="-39514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0" dirty="0"/>
          </a:p>
        </p:txBody>
      </p:sp>
      <p:sp>
        <p:nvSpPr>
          <p:cNvPr id="83" name="Text 80"/>
          <p:cNvSpPr/>
          <p:nvPr/>
        </p:nvSpPr>
        <p:spPr>
          <a:xfrm>
            <a:off x="7162800" y="10096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200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3906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571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52625"/>
            <a:ext cx="6200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2383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4193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6098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7908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11571922" y="1952625"/>
            <a:ext cx="-58850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0" dirty="0"/>
          </a:p>
        </p:txBody>
      </p:sp>
      <p:sp>
        <p:nvSpPr>
          <p:cNvPr id="103" name="Text 100"/>
          <p:cNvSpPr/>
          <p:nvPr/>
        </p:nvSpPr>
        <p:spPr>
          <a:xfrm>
            <a:off x="5238750" y="22383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9350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6098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908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11571922" y="1952625"/>
            <a:ext cx="-39514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0" dirty="0"/>
          </a:p>
        </p:txBody>
      </p:sp>
      <p:sp>
        <p:nvSpPr>
          <p:cNvPr id="113" name="Text 110"/>
          <p:cNvSpPr/>
          <p:nvPr/>
        </p:nvSpPr>
        <p:spPr>
          <a:xfrm>
            <a:off x="7162800" y="22383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93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6098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90825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90875"/>
            <a:ext cx="6200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476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57600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848100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40290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11571922" y="3190875"/>
            <a:ext cx="-58850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0" dirty="0"/>
          </a:p>
        </p:txBody>
      </p:sp>
      <p:sp>
        <p:nvSpPr>
          <p:cNvPr id="133" name="Text 130"/>
          <p:cNvSpPr/>
          <p:nvPr/>
        </p:nvSpPr>
        <p:spPr>
          <a:xfrm>
            <a:off x="5238750" y="3476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576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8481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4029075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11571922" y="3190875"/>
            <a:ext cx="-39514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0" dirty="0"/>
          </a:p>
        </p:txBody>
      </p:sp>
      <p:sp>
        <p:nvSpPr>
          <p:cNvPr id="143" name="Text 140"/>
          <p:cNvSpPr/>
          <p:nvPr/>
        </p:nvSpPr>
        <p:spPr>
          <a:xfrm>
            <a:off x="7162800" y="34766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576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8481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4029075"/>
            <a:ext cx="6643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11571922" y="2466975"/>
            <a:ext cx="-25369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0" dirty="0"/>
          </a:p>
        </p:txBody>
      </p:sp>
      <p:sp>
        <p:nvSpPr>
          <p:cNvPr id="152" name="Text 149"/>
          <p:cNvSpPr/>
          <p:nvPr/>
        </p:nvSpPr>
        <p:spPr>
          <a:xfrm>
            <a:off x="5438775" y="433387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50006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50006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50006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50006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95850"/>
            <a:ext cx="60767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8725"/>
            <a:ext cx="3100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95850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8725"/>
            <a:ext cx="4650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42900"/>
            <a:ext cx="108513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7334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10001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9953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811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176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716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366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525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5478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335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728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10951845" y="2371725"/>
            <a:ext cx="-4495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0" dirty="0"/>
          </a:p>
        </p:txBody>
      </p:sp>
      <p:sp>
        <p:nvSpPr>
          <p:cNvPr id="176" name="Text 173"/>
          <p:cNvSpPr/>
          <p:nvPr/>
        </p:nvSpPr>
        <p:spPr>
          <a:xfrm>
            <a:off x="9639300" y="26574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6527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7975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8432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89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3024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99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2051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4004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395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90975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2672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2624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7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452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867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6339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96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81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10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5005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42900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4772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1123950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1191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276350"/>
            <a:ext cx="7972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866900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2143125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138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286000"/>
            <a:ext cx="7972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281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88607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3162300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3157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305175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300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905250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4181475"/>
            <a:ext cx="7972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4176712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324350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319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914900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5191125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5186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334000"/>
            <a:ext cx="5314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329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934075"/>
            <a:ext cx="6200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210300"/>
            <a:ext cx="6643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205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353175"/>
            <a:ext cx="7972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348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11261883" y="5915025"/>
            <a:ext cx="-809648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0" dirty="0"/>
          </a:p>
        </p:txBody>
      </p:sp>
      <p:sp>
        <p:nvSpPr>
          <p:cNvPr id="238" name="Text 235"/>
          <p:cNvSpPr/>
          <p:nvPr/>
        </p:nvSpPr>
        <p:spPr>
          <a:xfrm>
            <a:off x="2438400" y="6181725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62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34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5025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817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62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34150"/>
            <a:ext cx="9301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5025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817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62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34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5025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817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62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34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5025"/>
            <a:ext cx="9301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81725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6270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34150"/>
            <a:ext cx="7972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2026-07-05T04:46:56Z</dcterms:created>
  <dcterms:modified xsi:type="dcterms:W3CDTF">2026-07-05T04:46:56Z</dcterms:modified>
</cp:coreProperties>
</file>