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344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42537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0812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945356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2279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090251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37472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3790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2148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345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19569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2813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2856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281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323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574874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5791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216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537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580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0055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04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47313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6515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794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7983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3940835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7923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8352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26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3028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872761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87704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1952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2380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166284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884149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17767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2322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26916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5626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1757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12239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12668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2691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2734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41592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420207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56268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56696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50741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654171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38009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558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3606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3649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507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511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6541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6584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38009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38052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67932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8841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888435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0309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0351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17767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18195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32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32871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47119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47548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5727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5770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71950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723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28662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28705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0130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01731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1597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16407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19199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19627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33875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3430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48551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48979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6322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636560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477903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478332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728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93348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07977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080249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4783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266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09894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09942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69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57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231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1837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09074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0859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6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148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40359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28249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2777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631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113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0662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37899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3742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5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031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09837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57074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659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16041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40956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16041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2032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26280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2670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40956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41384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2026-07-05T05:15:36Z</dcterms:created>
  <dcterms:modified xsi:type="dcterms:W3CDTF">2026-07-05T05:15:36Z</dcterms:modified>
</cp:coreProperties>
</file>