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6701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662487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57962" y="6858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6701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2487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57962" y="192405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701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2487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57962" y="3162300"/>
            <a:ext cx="190500" cy="19050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039475" y="738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39475" y="1757362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039475" y="2767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39475" y="3786188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39475" y="4795837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39475" y="5815013"/>
            <a:ext cx="171450" cy="171450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450" y="171450"/>
            <a:ext cx="657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462" dirty="0"/>
          </a:p>
        </p:txBody>
      </p:sp>
      <p:sp>
        <p:nvSpPr>
          <p:cNvPr id="19" name="Text 16"/>
          <p:cNvSpPr/>
          <p:nvPr/>
        </p:nvSpPr>
        <p:spPr>
          <a:xfrm>
            <a:off x="561975" y="342900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204" dirty="0"/>
          </a:p>
        </p:txBody>
      </p:sp>
      <p:sp>
        <p:nvSpPr>
          <p:cNvPr id="20" name="Text 17"/>
          <p:cNvSpPr/>
          <p:nvPr/>
        </p:nvSpPr>
        <p:spPr>
          <a:xfrm>
            <a:off x="657225" y="733425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204" dirty="0"/>
          </a:p>
        </p:txBody>
      </p:sp>
      <p:sp>
        <p:nvSpPr>
          <p:cNvPr id="21" name="Text 18"/>
          <p:cNvSpPr/>
          <p:nvPr/>
        </p:nvSpPr>
        <p:spPr>
          <a:xfrm>
            <a:off x="762000" y="942975"/>
            <a:ext cx="619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860" dirty="0"/>
          </a:p>
        </p:txBody>
      </p:sp>
      <p:sp>
        <p:nvSpPr>
          <p:cNvPr id="22" name="Text 19"/>
          <p:cNvSpPr/>
          <p:nvPr/>
        </p:nvSpPr>
        <p:spPr>
          <a:xfrm>
            <a:off x="657225" y="938213"/>
            <a:ext cx="381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62000" y="1123950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657225" y="1119188"/>
            <a:ext cx="381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62000" y="130492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657225" y="1300163"/>
            <a:ext cx="381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62000" y="14573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46" dirty="0"/>
          </a:p>
        </p:txBody>
      </p:sp>
      <p:sp>
        <p:nvSpPr>
          <p:cNvPr id="28" name="Text 25"/>
          <p:cNvSpPr/>
          <p:nvPr/>
        </p:nvSpPr>
        <p:spPr>
          <a:xfrm>
            <a:off x="657225" y="14525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62000" y="1609725"/>
            <a:ext cx="2667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602" dirty="0"/>
          </a:p>
        </p:txBody>
      </p:sp>
      <p:sp>
        <p:nvSpPr>
          <p:cNvPr id="30" name="Text 27"/>
          <p:cNvSpPr/>
          <p:nvPr/>
        </p:nvSpPr>
        <p:spPr>
          <a:xfrm>
            <a:off x="657225" y="1933575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204" dirty="0"/>
          </a:p>
        </p:txBody>
      </p:sp>
      <p:sp>
        <p:nvSpPr>
          <p:cNvPr id="31" name="Text 28"/>
          <p:cNvSpPr/>
          <p:nvPr/>
        </p:nvSpPr>
        <p:spPr>
          <a:xfrm>
            <a:off x="762000" y="2162175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46" dirty="0"/>
          </a:p>
        </p:txBody>
      </p:sp>
      <p:sp>
        <p:nvSpPr>
          <p:cNvPr id="32" name="Text 29"/>
          <p:cNvSpPr/>
          <p:nvPr/>
        </p:nvSpPr>
        <p:spPr>
          <a:xfrm>
            <a:off x="657225" y="21574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62000" y="2324100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46" dirty="0"/>
          </a:p>
        </p:txBody>
      </p:sp>
      <p:sp>
        <p:nvSpPr>
          <p:cNvPr id="34" name="Text 31"/>
          <p:cNvSpPr/>
          <p:nvPr/>
        </p:nvSpPr>
        <p:spPr>
          <a:xfrm>
            <a:off x="657225" y="23193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62000" y="2495550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46" dirty="0"/>
          </a:p>
        </p:txBody>
      </p:sp>
      <p:sp>
        <p:nvSpPr>
          <p:cNvPr id="36" name="Text 33"/>
          <p:cNvSpPr/>
          <p:nvPr/>
        </p:nvSpPr>
        <p:spPr>
          <a:xfrm>
            <a:off x="657225" y="24907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62000" y="26479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46" dirty="0"/>
          </a:p>
        </p:txBody>
      </p:sp>
      <p:sp>
        <p:nvSpPr>
          <p:cNvPr id="38" name="Text 35"/>
          <p:cNvSpPr/>
          <p:nvPr/>
        </p:nvSpPr>
        <p:spPr>
          <a:xfrm>
            <a:off x="657225" y="26431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62000" y="2819400"/>
            <a:ext cx="2667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602" dirty="0"/>
          </a:p>
        </p:txBody>
      </p:sp>
      <p:sp>
        <p:nvSpPr>
          <p:cNvPr id="40" name="Text 37"/>
          <p:cNvSpPr/>
          <p:nvPr/>
        </p:nvSpPr>
        <p:spPr>
          <a:xfrm>
            <a:off x="657225" y="3152775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204" dirty="0"/>
          </a:p>
        </p:txBody>
      </p:sp>
      <p:sp>
        <p:nvSpPr>
          <p:cNvPr id="41" name="Text 38"/>
          <p:cNvSpPr/>
          <p:nvPr/>
        </p:nvSpPr>
        <p:spPr>
          <a:xfrm>
            <a:off x="762000" y="3381375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46" dirty="0"/>
          </a:p>
        </p:txBody>
      </p:sp>
      <p:sp>
        <p:nvSpPr>
          <p:cNvPr id="42" name="Text 39"/>
          <p:cNvSpPr/>
          <p:nvPr/>
        </p:nvSpPr>
        <p:spPr>
          <a:xfrm>
            <a:off x="657225" y="33766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62000" y="3543300"/>
            <a:ext cx="638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46" dirty="0"/>
          </a:p>
        </p:txBody>
      </p:sp>
      <p:sp>
        <p:nvSpPr>
          <p:cNvPr id="44" name="Text 41"/>
          <p:cNvSpPr/>
          <p:nvPr/>
        </p:nvSpPr>
        <p:spPr>
          <a:xfrm>
            <a:off x="657225" y="35385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62000" y="3705225"/>
            <a:ext cx="7905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46" dirty="0"/>
          </a:p>
        </p:txBody>
      </p:sp>
      <p:sp>
        <p:nvSpPr>
          <p:cNvPr id="46" name="Text 43"/>
          <p:cNvSpPr/>
          <p:nvPr/>
        </p:nvSpPr>
        <p:spPr>
          <a:xfrm>
            <a:off x="657225" y="37004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62000" y="3867150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46" dirty="0"/>
          </a:p>
        </p:txBody>
      </p:sp>
      <p:sp>
        <p:nvSpPr>
          <p:cNvPr id="48" name="Text 45"/>
          <p:cNvSpPr/>
          <p:nvPr/>
        </p:nvSpPr>
        <p:spPr>
          <a:xfrm>
            <a:off x="657225" y="38623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62000" y="4038600"/>
            <a:ext cx="2667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602" dirty="0"/>
          </a:p>
        </p:txBody>
      </p:sp>
      <p:sp>
        <p:nvSpPr>
          <p:cNvPr id="50" name="Text 47"/>
          <p:cNvSpPr/>
          <p:nvPr/>
        </p:nvSpPr>
        <p:spPr>
          <a:xfrm>
            <a:off x="590550" y="4371975"/>
            <a:ext cx="781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290" dirty="0"/>
          </a:p>
        </p:txBody>
      </p:sp>
      <p:sp>
        <p:nvSpPr>
          <p:cNvPr id="51" name="Text 48"/>
          <p:cNvSpPr/>
          <p:nvPr/>
        </p:nvSpPr>
        <p:spPr>
          <a:xfrm>
            <a:off x="762000" y="4600575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46" dirty="0"/>
          </a:p>
        </p:txBody>
      </p:sp>
      <p:sp>
        <p:nvSpPr>
          <p:cNvPr id="52" name="Text 49"/>
          <p:cNvSpPr/>
          <p:nvPr/>
        </p:nvSpPr>
        <p:spPr>
          <a:xfrm>
            <a:off x="657225" y="4595812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62000" y="4762500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46" dirty="0"/>
          </a:p>
        </p:txBody>
      </p:sp>
      <p:sp>
        <p:nvSpPr>
          <p:cNvPr id="54" name="Text 51"/>
          <p:cNvSpPr/>
          <p:nvPr/>
        </p:nvSpPr>
        <p:spPr>
          <a:xfrm>
            <a:off x="657225" y="47577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62000" y="4924425"/>
            <a:ext cx="8096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46" dirty="0"/>
          </a:p>
        </p:txBody>
      </p:sp>
      <p:sp>
        <p:nvSpPr>
          <p:cNvPr id="56" name="Text 53"/>
          <p:cNvSpPr/>
          <p:nvPr/>
        </p:nvSpPr>
        <p:spPr>
          <a:xfrm>
            <a:off x="657225" y="49196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762000" y="5095875"/>
            <a:ext cx="619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46" dirty="0"/>
          </a:p>
        </p:txBody>
      </p:sp>
      <p:sp>
        <p:nvSpPr>
          <p:cNvPr id="58" name="Text 55"/>
          <p:cNvSpPr/>
          <p:nvPr/>
        </p:nvSpPr>
        <p:spPr>
          <a:xfrm>
            <a:off x="657225" y="50911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62000" y="5257800"/>
            <a:ext cx="2667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602" dirty="0"/>
          </a:p>
        </p:txBody>
      </p:sp>
      <p:sp>
        <p:nvSpPr>
          <p:cNvPr id="60" name="Text 57"/>
          <p:cNvSpPr/>
          <p:nvPr/>
        </p:nvSpPr>
        <p:spPr>
          <a:xfrm>
            <a:off x="3705225" y="171450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548" dirty="0"/>
          </a:p>
        </p:txBody>
      </p:sp>
      <p:sp>
        <p:nvSpPr>
          <p:cNvPr id="61" name="Text 58"/>
          <p:cNvSpPr/>
          <p:nvPr/>
        </p:nvSpPr>
        <p:spPr>
          <a:xfrm>
            <a:off x="2767012" y="6953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3209925" y="723900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204" dirty="0"/>
          </a:p>
        </p:txBody>
      </p:sp>
      <p:sp>
        <p:nvSpPr>
          <p:cNvPr id="63" name="Text 60"/>
          <p:cNvSpPr/>
          <p:nvPr/>
        </p:nvSpPr>
        <p:spPr>
          <a:xfrm>
            <a:off x="3305175" y="10096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46" dirty="0"/>
          </a:p>
        </p:txBody>
      </p:sp>
      <p:sp>
        <p:nvSpPr>
          <p:cNvPr id="64" name="Text 61"/>
          <p:cNvSpPr/>
          <p:nvPr/>
        </p:nvSpPr>
        <p:spPr>
          <a:xfrm>
            <a:off x="3200400" y="1004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305175" y="12001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46" dirty="0"/>
          </a:p>
        </p:txBody>
      </p:sp>
      <p:sp>
        <p:nvSpPr>
          <p:cNvPr id="66" name="Text 63"/>
          <p:cNvSpPr/>
          <p:nvPr/>
        </p:nvSpPr>
        <p:spPr>
          <a:xfrm>
            <a:off x="3200400" y="11953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3305175" y="1390650"/>
            <a:ext cx="7905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46" dirty="0"/>
          </a:p>
        </p:txBody>
      </p:sp>
      <p:sp>
        <p:nvSpPr>
          <p:cNvPr id="68" name="Text 65"/>
          <p:cNvSpPr/>
          <p:nvPr/>
        </p:nvSpPr>
        <p:spPr>
          <a:xfrm>
            <a:off x="3200400" y="1385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3305175" y="15716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46" dirty="0"/>
          </a:p>
        </p:txBody>
      </p:sp>
      <p:sp>
        <p:nvSpPr>
          <p:cNvPr id="70" name="Text 67"/>
          <p:cNvSpPr/>
          <p:nvPr/>
        </p:nvSpPr>
        <p:spPr>
          <a:xfrm>
            <a:off x="3200400" y="1566862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4662487" y="6953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5095875" y="723900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204" dirty="0"/>
          </a:p>
        </p:txBody>
      </p:sp>
      <p:sp>
        <p:nvSpPr>
          <p:cNvPr id="73" name="Text 70"/>
          <p:cNvSpPr/>
          <p:nvPr/>
        </p:nvSpPr>
        <p:spPr>
          <a:xfrm>
            <a:off x="5238750" y="10096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46" dirty="0"/>
          </a:p>
        </p:txBody>
      </p:sp>
      <p:sp>
        <p:nvSpPr>
          <p:cNvPr id="74" name="Text 71"/>
          <p:cNvSpPr/>
          <p:nvPr/>
        </p:nvSpPr>
        <p:spPr>
          <a:xfrm>
            <a:off x="5133975" y="1004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5238750" y="12001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46" dirty="0"/>
          </a:p>
        </p:txBody>
      </p:sp>
      <p:sp>
        <p:nvSpPr>
          <p:cNvPr id="76" name="Text 73"/>
          <p:cNvSpPr/>
          <p:nvPr/>
        </p:nvSpPr>
        <p:spPr>
          <a:xfrm>
            <a:off x="5133975" y="11953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5238750" y="13906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46" dirty="0"/>
          </a:p>
        </p:txBody>
      </p:sp>
      <p:sp>
        <p:nvSpPr>
          <p:cNvPr id="78" name="Text 75"/>
          <p:cNvSpPr/>
          <p:nvPr/>
        </p:nvSpPr>
        <p:spPr>
          <a:xfrm>
            <a:off x="5133975" y="1385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5238750" y="157162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46" dirty="0"/>
          </a:p>
        </p:txBody>
      </p:sp>
      <p:sp>
        <p:nvSpPr>
          <p:cNvPr id="80" name="Text 77"/>
          <p:cNvSpPr/>
          <p:nvPr/>
        </p:nvSpPr>
        <p:spPr>
          <a:xfrm>
            <a:off x="5133975" y="1566862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6557962" y="6953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82" name="Text 79"/>
          <p:cNvSpPr/>
          <p:nvPr/>
        </p:nvSpPr>
        <p:spPr>
          <a:xfrm>
            <a:off x="7029450" y="723900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204" dirty="0"/>
          </a:p>
        </p:txBody>
      </p:sp>
      <p:sp>
        <p:nvSpPr>
          <p:cNvPr id="83" name="Text 80"/>
          <p:cNvSpPr/>
          <p:nvPr/>
        </p:nvSpPr>
        <p:spPr>
          <a:xfrm>
            <a:off x="7162800" y="10096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46" dirty="0"/>
          </a:p>
        </p:txBody>
      </p:sp>
      <p:sp>
        <p:nvSpPr>
          <p:cNvPr id="84" name="Text 81"/>
          <p:cNvSpPr/>
          <p:nvPr/>
        </p:nvSpPr>
        <p:spPr>
          <a:xfrm>
            <a:off x="7058025" y="1004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7162800" y="12001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46" dirty="0"/>
          </a:p>
        </p:txBody>
      </p:sp>
      <p:sp>
        <p:nvSpPr>
          <p:cNvPr id="86" name="Text 83"/>
          <p:cNvSpPr/>
          <p:nvPr/>
        </p:nvSpPr>
        <p:spPr>
          <a:xfrm>
            <a:off x="7058025" y="11953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7162800" y="13906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46" dirty="0"/>
          </a:p>
        </p:txBody>
      </p:sp>
      <p:sp>
        <p:nvSpPr>
          <p:cNvPr id="88" name="Text 85"/>
          <p:cNvSpPr/>
          <p:nvPr/>
        </p:nvSpPr>
        <p:spPr>
          <a:xfrm>
            <a:off x="7058025" y="1385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89" name="Text 86"/>
          <p:cNvSpPr/>
          <p:nvPr/>
        </p:nvSpPr>
        <p:spPr>
          <a:xfrm>
            <a:off x="7162800" y="157162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46" dirty="0"/>
          </a:p>
        </p:txBody>
      </p:sp>
      <p:sp>
        <p:nvSpPr>
          <p:cNvPr id="90" name="Text 87"/>
          <p:cNvSpPr/>
          <p:nvPr/>
        </p:nvSpPr>
        <p:spPr>
          <a:xfrm>
            <a:off x="7058025" y="1566862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2767012" y="193357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3209925" y="195262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204" dirty="0"/>
          </a:p>
        </p:txBody>
      </p:sp>
      <p:sp>
        <p:nvSpPr>
          <p:cNvPr id="93" name="Text 90"/>
          <p:cNvSpPr/>
          <p:nvPr/>
        </p:nvSpPr>
        <p:spPr>
          <a:xfrm>
            <a:off x="3305175" y="223837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46" dirty="0"/>
          </a:p>
        </p:txBody>
      </p:sp>
      <p:sp>
        <p:nvSpPr>
          <p:cNvPr id="94" name="Text 91"/>
          <p:cNvSpPr/>
          <p:nvPr/>
        </p:nvSpPr>
        <p:spPr>
          <a:xfrm>
            <a:off x="3200400" y="22336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95" name="Text 92"/>
          <p:cNvSpPr/>
          <p:nvPr/>
        </p:nvSpPr>
        <p:spPr>
          <a:xfrm>
            <a:off x="3305175" y="24193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46" dirty="0"/>
          </a:p>
        </p:txBody>
      </p:sp>
      <p:sp>
        <p:nvSpPr>
          <p:cNvPr id="96" name="Text 93"/>
          <p:cNvSpPr/>
          <p:nvPr/>
        </p:nvSpPr>
        <p:spPr>
          <a:xfrm>
            <a:off x="3200400" y="24145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97" name="Text 94"/>
          <p:cNvSpPr/>
          <p:nvPr/>
        </p:nvSpPr>
        <p:spPr>
          <a:xfrm>
            <a:off x="3305175" y="26098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46" dirty="0"/>
          </a:p>
        </p:txBody>
      </p:sp>
      <p:sp>
        <p:nvSpPr>
          <p:cNvPr id="98" name="Text 95"/>
          <p:cNvSpPr/>
          <p:nvPr/>
        </p:nvSpPr>
        <p:spPr>
          <a:xfrm>
            <a:off x="3200400" y="26050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99" name="Text 96"/>
          <p:cNvSpPr/>
          <p:nvPr/>
        </p:nvSpPr>
        <p:spPr>
          <a:xfrm>
            <a:off x="3305175" y="27908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46" dirty="0"/>
          </a:p>
        </p:txBody>
      </p:sp>
      <p:sp>
        <p:nvSpPr>
          <p:cNvPr id="100" name="Text 97"/>
          <p:cNvSpPr/>
          <p:nvPr/>
        </p:nvSpPr>
        <p:spPr>
          <a:xfrm>
            <a:off x="3200400" y="27860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01" name="Text 98"/>
          <p:cNvSpPr/>
          <p:nvPr/>
        </p:nvSpPr>
        <p:spPr>
          <a:xfrm>
            <a:off x="4662487" y="193357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102" name="Text 99"/>
          <p:cNvSpPr/>
          <p:nvPr/>
        </p:nvSpPr>
        <p:spPr>
          <a:xfrm>
            <a:off x="5095875" y="195262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204" dirty="0"/>
          </a:p>
        </p:txBody>
      </p:sp>
      <p:sp>
        <p:nvSpPr>
          <p:cNvPr id="103" name="Text 100"/>
          <p:cNvSpPr/>
          <p:nvPr/>
        </p:nvSpPr>
        <p:spPr>
          <a:xfrm>
            <a:off x="5238750" y="223837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46" dirty="0"/>
          </a:p>
        </p:txBody>
      </p:sp>
      <p:sp>
        <p:nvSpPr>
          <p:cNvPr id="104" name="Text 101"/>
          <p:cNvSpPr/>
          <p:nvPr/>
        </p:nvSpPr>
        <p:spPr>
          <a:xfrm>
            <a:off x="5133975" y="22336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5238750" y="241935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46" dirty="0"/>
          </a:p>
        </p:txBody>
      </p:sp>
      <p:sp>
        <p:nvSpPr>
          <p:cNvPr id="106" name="Text 103"/>
          <p:cNvSpPr/>
          <p:nvPr/>
        </p:nvSpPr>
        <p:spPr>
          <a:xfrm>
            <a:off x="5133975" y="24145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5238750" y="26098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46" dirty="0"/>
          </a:p>
        </p:txBody>
      </p:sp>
      <p:sp>
        <p:nvSpPr>
          <p:cNvPr id="108" name="Text 105"/>
          <p:cNvSpPr/>
          <p:nvPr/>
        </p:nvSpPr>
        <p:spPr>
          <a:xfrm>
            <a:off x="5133975" y="26050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5238750" y="27908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46" dirty="0"/>
          </a:p>
        </p:txBody>
      </p:sp>
      <p:sp>
        <p:nvSpPr>
          <p:cNvPr id="110" name="Text 107"/>
          <p:cNvSpPr/>
          <p:nvPr/>
        </p:nvSpPr>
        <p:spPr>
          <a:xfrm>
            <a:off x="5133975" y="27860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557962" y="193357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  <p:sp>
        <p:nvSpPr>
          <p:cNvPr id="112" name="Text 109"/>
          <p:cNvSpPr/>
          <p:nvPr/>
        </p:nvSpPr>
        <p:spPr>
          <a:xfrm>
            <a:off x="7029450" y="195262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204" dirty="0"/>
          </a:p>
        </p:txBody>
      </p:sp>
      <p:sp>
        <p:nvSpPr>
          <p:cNvPr id="113" name="Text 110"/>
          <p:cNvSpPr/>
          <p:nvPr/>
        </p:nvSpPr>
        <p:spPr>
          <a:xfrm>
            <a:off x="7162800" y="223837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46" dirty="0"/>
          </a:p>
        </p:txBody>
      </p:sp>
      <p:sp>
        <p:nvSpPr>
          <p:cNvPr id="114" name="Text 111"/>
          <p:cNvSpPr/>
          <p:nvPr/>
        </p:nvSpPr>
        <p:spPr>
          <a:xfrm>
            <a:off x="7058025" y="22336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7162800" y="24193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46" dirty="0"/>
          </a:p>
        </p:txBody>
      </p:sp>
      <p:sp>
        <p:nvSpPr>
          <p:cNvPr id="116" name="Text 113"/>
          <p:cNvSpPr/>
          <p:nvPr/>
        </p:nvSpPr>
        <p:spPr>
          <a:xfrm>
            <a:off x="7058025" y="24145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7162800" y="26098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46" dirty="0"/>
          </a:p>
        </p:txBody>
      </p:sp>
      <p:sp>
        <p:nvSpPr>
          <p:cNvPr id="118" name="Text 115"/>
          <p:cNvSpPr/>
          <p:nvPr/>
        </p:nvSpPr>
        <p:spPr>
          <a:xfrm>
            <a:off x="7058025" y="2605087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7162800" y="279082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46" dirty="0"/>
          </a:p>
        </p:txBody>
      </p:sp>
      <p:sp>
        <p:nvSpPr>
          <p:cNvPr id="120" name="Text 117"/>
          <p:cNvSpPr/>
          <p:nvPr/>
        </p:nvSpPr>
        <p:spPr>
          <a:xfrm>
            <a:off x="7058025" y="27860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2767012" y="31718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  <p:sp>
        <p:nvSpPr>
          <p:cNvPr id="122" name="Text 119"/>
          <p:cNvSpPr/>
          <p:nvPr/>
        </p:nvSpPr>
        <p:spPr>
          <a:xfrm>
            <a:off x="3209925" y="319087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204" dirty="0"/>
          </a:p>
        </p:txBody>
      </p:sp>
      <p:sp>
        <p:nvSpPr>
          <p:cNvPr id="123" name="Text 120"/>
          <p:cNvSpPr/>
          <p:nvPr/>
        </p:nvSpPr>
        <p:spPr>
          <a:xfrm>
            <a:off x="3305175" y="34766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46" dirty="0"/>
          </a:p>
        </p:txBody>
      </p:sp>
      <p:sp>
        <p:nvSpPr>
          <p:cNvPr id="124" name="Text 121"/>
          <p:cNvSpPr/>
          <p:nvPr/>
        </p:nvSpPr>
        <p:spPr>
          <a:xfrm>
            <a:off x="3200400" y="34718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3305175" y="365760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46" dirty="0"/>
          </a:p>
        </p:txBody>
      </p:sp>
      <p:sp>
        <p:nvSpPr>
          <p:cNvPr id="126" name="Text 123"/>
          <p:cNvSpPr/>
          <p:nvPr/>
        </p:nvSpPr>
        <p:spPr>
          <a:xfrm>
            <a:off x="3200400" y="36528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27" name="Text 124"/>
          <p:cNvSpPr/>
          <p:nvPr/>
        </p:nvSpPr>
        <p:spPr>
          <a:xfrm>
            <a:off x="3305175" y="3848100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46" dirty="0"/>
          </a:p>
        </p:txBody>
      </p:sp>
      <p:sp>
        <p:nvSpPr>
          <p:cNvPr id="128" name="Text 125"/>
          <p:cNvSpPr/>
          <p:nvPr/>
        </p:nvSpPr>
        <p:spPr>
          <a:xfrm>
            <a:off x="3200400" y="38433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3305175" y="402907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46" dirty="0"/>
          </a:p>
        </p:txBody>
      </p:sp>
      <p:sp>
        <p:nvSpPr>
          <p:cNvPr id="130" name="Text 127"/>
          <p:cNvSpPr/>
          <p:nvPr/>
        </p:nvSpPr>
        <p:spPr>
          <a:xfrm>
            <a:off x="3200400" y="40243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662487" y="31718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095875" y="319087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204" dirty="0"/>
          </a:p>
        </p:txBody>
      </p:sp>
      <p:sp>
        <p:nvSpPr>
          <p:cNvPr id="133" name="Text 130"/>
          <p:cNvSpPr/>
          <p:nvPr/>
        </p:nvSpPr>
        <p:spPr>
          <a:xfrm>
            <a:off x="5238750" y="34766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46" dirty="0"/>
          </a:p>
        </p:txBody>
      </p:sp>
      <p:sp>
        <p:nvSpPr>
          <p:cNvPr id="134" name="Text 131"/>
          <p:cNvSpPr/>
          <p:nvPr/>
        </p:nvSpPr>
        <p:spPr>
          <a:xfrm>
            <a:off x="5133975" y="34718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5238750" y="365760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46" dirty="0"/>
          </a:p>
        </p:txBody>
      </p:sp>
      <p:sp>
        <p:nvSpPr>
          <p:cNvPr id="136" name="Text 133"/>
          <p:cNvSpPr/>
          <p:nvPr/>
        </p:nvSpPr>
        <p:spPr>
          <a:xfrm>
            <a:off x="5133975" y="36528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5238750" y="384810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46" dirty="0"/>
          </a:p>
        </p:txBody>
      </p:sp>
      <p:sp>
        <p:nvSpPr>
          <p:cNvPr id="138" name="Text 135"/>
          <p:cNvSpPr/>
          <p:nvPr/>
        </p:nvSpPr>
        <p:spPr>
          <a:xfrm>
            <a:off x="5133975" y="38433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5238750" y="402907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46" dirty="0"/>
          </a:p>
        </p:txBody>
      </p:sp>
      <p:sp>
        <p:nvSpPr>
          <p:cNvPr id="140" name="Text 137"/>
          <p:cNvSpPr/>
          <p:nvPr/>
        </p:nvSpPr>
        <p:spPr>
          <a:xfrm>
            <a:off x="5133975" y="40243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6557962" y="3171825"/>
            <a:ext cx="190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  <p:sp>
        <p:nvSpPr>
          <p:cNvPr id="142" name="Text 139"/>
          <p:cNvSpPr/>
          <p:nvPr/>
        </p:nvSpPr>
        <p:spPr>
          <a:xfrm>
            <a:off x="7029450" y="3190875"/>
            <a:ext cx="561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204" dirty="0"/>
          </a:p>
        </p:txBody>
      </p:sp>
      <p:sp>
        <p:nvSpPr>
          <p:cNvPr id="143" name="Text 140"/>
          <p:cNvSpPr/>
          <p:nvPr/>
        </p:nvSpPr>
        <p:spPr>
          <a:xfrm>
            <a:off x="7162800" y="3476625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46" dirty="0"/>
          </a:p>
        </p:txBody>
      </p:sp>
      <p:sp>
        <p:nvSpPr>
          <p:cNvPr id="144" name="Text 141"/>
          <p:cNvSpPr/>
          <p:nvPr/>
        </p:nvSpPr>
        <p:spPr>
          <a:xfrm>
            <a:off x="7058025" y="34718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45" name="Text 142"/>
          <p:cNvSpPr/>
          <p:nvPr/>
        </p:nvSpPr>
        <p:spPr>
          <a:xfrm>
            <a:off x="7162800" y="365760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46" dirty="0"/>
          </a:p>
        </p:txBody>
      </p:sp>
      <p:sp>
        <p:nvSpPr>
          <p:cNvPr id="146" name="Text 143"/>
          <p:cNvSpPr/>
          <p:nvPr/>
        </p:nvSpPr>
        <p:spPr>
          <a:xfrm>
            <a:off x="7058025" y="36528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162800" y="384810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46" dirty="0"/>
          </a:p>
        </p:txBody>
      </p:sp>
      <p:sp>
        <p:nvSpPr>
          <p:cNvPr id="148" name="Text 145"/>
          <p:cNvSpPr/>
          <p:nvPr/>
        </p:nvSpPr>
        <p:spPr>
          <a:xfrm>
            <a:off x="7058025" y="38433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7162800" y="402907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46" dirty="0"/>
          </a:p>
        </p:txBody>
      </p:sp>
      <p:sp>
        <p:nvSpPr>
          <p:cNvPr id="150" name="Text 147"/>
          <p:cNvSpPr/>
          <p:nvPr/>
        </p:nvSpPr>
        <p:spPr>
          <a:xfrm>
            <a:off x="7058025" y="40243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8601075" y="2466975"/>
            <a:ext cx="247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850" dirty="0"/>
          </a:p>
        </p:txBody>
      </p:sp>
      <p:sp>
        <p:nvSpPr>
          <p:cNvPr id="152" name="Text 149"/>
          <p:cNvSpPr/>
          <p:nvPr/>
        </p:nvSpPr>
        <p:spPr>
          <a:xfrm>
            <a:off x="5438775" y="4333875"/>
            <a:ext cx="571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118" dirty="0"/>
          </a:p>
        </p:txBody>
      </p:sp>
      <p:sp>
        <p:nvSpPr>
          <p:cNvPr id="153" name="Text 150"/>
          <p:cNvSpPr/>
          <p:nvPr/>
        </p:nvSpPr>
        <p:spPr>
          <a:xfrm>
            <a:off x="4038600" y="4533900"/>
            <a:ext cx="2724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290" dirty="0"/>
          </a:p>
        </p:txBody>
      </p:sp>
      <p:sp>
        <p:nvSpPr>
          <p:cNvPr id="154" name="Text 151"/>
          <p:cNvSpPr/>
          <p:nvPr/>
        </p:nvSpPr>
        <p:spPr>
          <a:xfrm>
            <a:off x="2905125" y="5000625"/>
            <a:ext cx="47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118" dirty="0"/>
          </a:p>
        </p:txBody>
      </p:sp>
      <p:sp>
        <p:nvSpPr>
          <p:cNvPr id="155" name="Text 152"/>
          <p:cNvSpPr/>
          <p:nvPr/>
        </p:nvSpPr>
        <p:spPr>
          <a:xfrm>
            <a:off x="3829050" y="5000625"/>
            <a:ext cx="495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118" dirty="0"/>
          </a:p>
        </p:txBody>
      </p:sp>
      <p:sp>
        <p:nvSpPr>
          <p:cNvPr id="156" name="Text 153"/>
          <p:cNvSpPr/>
          <p:nvPr/>
        </p:nvSpPr>
        <p:spPr>
          <a:xfrm>
            <a:off x="4791075" y="5000625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118" dirty="0"/>
          </a:p>
        </p:txBody>
      </p:sp>
      <p:sp>
        <p:nvSpPr>
          <p:cNvPr id="157" name="Text 154"/>
          <p:cNvSpPr/>
          <p:nvPr/>
        </p:nvSpPr>
        <p:spPr>
          <a:xfrm>
            <a:off x="5772150" y="5000625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118" dirty="0"/>
          </a:p>
        </p:txBody>
      </p:sp>
      <p:sp>
        <p:nvSpPr>
          <p:cNvPr id="158" name="Text 155"/>
          <p:cNvSpPr/>
          <p:nvPr/>
        </p:nvSpPr>
        <p:spPr>
          <a:xfrm>
            <a:off x="6734175" y="4895850"/>
            <a:ext cx="476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118" dirty="0"/>
          </a:p>
        </p:txBody>
      </p:sp>
      <p:sp>
        <p:nvSpPr>
          <p:cNvPr id="159" name="Text 156"/>
          <p:cNvSpPr/>
          <p:nvPr/>
        </p:nvSpPr>
        <p:spPr>
          <a:xfrm>
            <a:off x="6867525" y="5038725"/>
            <a:ext cx="247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118" dirty="0"/>
          </a:p>
        </p:txBody>
      </p:sp>
      <p:sp>
        <p:nvSpPr>
          <p:cNvPr id="160" name="Text 157"/>
          <p:cNvSpPr/>
          <p:nvPr/>
        </p:nvSpPr>
        <p:spPr>
          <a:xfrm>
            <a:off x="7724775" y="4895850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118" dirty="0"/>
          </a:p>
        </p:txBody>
      </p:sp>
      <p:sp>
        <p:nvSpPr>
          <p:cNvPr id="161" name="Text 158"/>
          <p:cNvSpPr/>
          <p:nvPr/>
        </p:nvSpPr>
        <p:spPr>
          <a:xfrm>
            <a:off x="7848600" y="5038725"/>
            <a:ext cx="361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118" dirty="0"/>
          </a:p>
        </p:txBody>
      </p:sp>
      <p:sp>
        <p:nvSpPr>
          <p:cNvPr id="162" name="Text 159"/>
          <p:cNvSpPr/>
          <p:nvPr/>
        </p:nvSpPr>
        <p:spPr>
          <a:xfrm>
            <a:off x="9505950" y="171450"/>
            <a:ext cx="647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462" dirty="0"/>
          </a:p>
        </p:txBody>
      </p:sp>
      <p:sp>
        <p:nvSpPr>
          <p:cNvPr id="163" name="Text 160"/>
          <p:cNvSpPr/>
          <p:nvPr/>
        </p:nvSpPr>
        <p:spPr>
          <a:xfrm>
            <a:off x="9496425" y="342900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204" dirty="0"/>
          </a:p>
        </p:txBody>
      </p:sp>
      <p:sp>
        <p:nvSpPr>
          <p:cNvPr id="164" name="Text 161"/>
          <p:cNvSpPr/>
          <p:nvPr/>
        </p:nvSpPr>
        <p:spPr>
          <a:xfrm>
            <a:off x="9505950" y="733425"/>
            <a:ext cx="495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118" dirty="0"/>
          </a:p>
        </p:txBody>
      </p:sp>
      <p:sp>
        <p:nvSpPr>
          <p:cNvPr id="165" name="Text 162"/>
          <p:cNvSpPr/>
          <p:nvPr/>
        </p:nvSpPr>
        <p:spPr>
          <a:xfrm>
            <a:off x="9639300" y="100012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46" dirty="0"/>
          </a:p>
        </p:txBody>
      </p:sp>
      <p:sp>
        <p:nvSpPr>
          <p:cNvPr id="166" name="Text 163"/>
          <p:cNvSpPr/>
          <p:nvPr/>
        </p:nvSpPr>
        <p:spPr>
          <a:xfrm>
            <a:off x="9534525" y="9953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39300" y="118110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46" dirty="0"/>
          </a:p>
        </p:txBody>
      </p:sp>
      <p:sp>
        <p:nvSpPr>
          <p:cNvPr id="168" name="Text 165"/>
          <p:cNvSpPr/>
          <p:nvPr/>
        </p:nvSpPr>
        <p:spPr>
          <a:xfrm>
            <a:off x="9534525" y="11763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69" name="Text 166"/>
          <p:cNvSpPr/>
          <p:nvPr/>
        </p:nvSpPr>
        <p:spPr>
          <a:xfrm>
            <a:off x="9639300" y="137160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46" dirty="0"/>
          </a:p>
        </p:txBody>
      </p:sp>
      <p:sp>
        <p:nvSpPr>
          <p:cNvPr id="170" name="Text 167"/>
          <p:cNvSpPr/>
          <p:nvPr/>
        </p:nvSpPr>
        <p:spPr>
          <a:xfrm>
            <a:off x="9534525" y="13668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71" name="Text 168"/>
          <p:cNvSpPr/>
          <p:nvPr/>
        </p:nvSpPr>
        <p:spPr>
          <a:xfrm>
            <a:off x="9639300" y="155257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46" dirty="0"/>
          </a:p>
        </p:txBody>
      </p:sp>
      <p:sp>
        <p:nvSpPr>
          <p:cNvPr id="172" name="Text 169"/>
          <p:cNvSpPr/>
          <p:nvPr/>
        </p:nvSpPr>
        <p:spPr>
          <a:xfrm>
            <a:off x="9534525" y="15478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9639300" y="173355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46" dirty="0"/>
          </a:p>
        </p:txBody>
      </p:sp>
      <p:sp>
        <p:nvSpPr>
          <p:cNvPr id="174" name="Text 171"/>
          <p:cNvSpPr/>
          <p:nvPr/>
        </p:nvSpPr>
        <p:spPr>
          <a:xfrm>
            <a:off x="9534525" y="17287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9477375" y="2371725"/>
            <a:ext cx="80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204" dirty="0"/>
          </a:p>
        </p:txBody>
      </p:sp>
      <p:sp>
        <p:nvSpPr>
          <p:cNvPr id="176" name="Text 173"/>
          <p:cNvSpPr/>
          <p:nvPr/>
        </p:nvSpPr>
        <p:spPr>
          <a:xfrm>
            <a:off x="9639300" y="265747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46" dirty="0"/>
          </a:p>
        </p:txBody>
      </p:sp>
      <p:sp>
        <p:nvSpPr>
          <p:cNvPr id="177" name="Text 174"/>
          <p:cNvSpPr/>
          <p:nvPr/>
        </p:nvSpPr>
        <p:spPr>
          <a:xfrm>
            <a:off x="9534525" y="26527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9639300" y="2847975"/>
            <a:ext cx="7810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46" dirty="0"/>
          </a:p>
        </p:txBody>
      </p:sp>
      <p:sp>
        <p:nvSpPr>
          <p:cNvPr id="179" name="Text 176"/>
          <p:cNvSpPr/>
          <p:nvPr/>
        </p:nvSpPr>
        <p:spPr>
          <a:xfrm>
            <a:off x="9534525" y="28432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80" name="Text 177"/>
          <p:cNvSpPr/>
          <p:nvPr/>
        </p:nvSpPr>
        <p:spPr>
          <a:xfrm>
            <a:off x="9639300" y="302895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46" dirty="0"/>
          </a:p>
        </p:txBody>
      </p:sp>
      <p:sp>
        <p:nvSpPr>
          <p:cNvPr id="181" name="Text 178"/>
          <p:cNvSpPr/>
          <p:nvPr/>
        </p:nvSpPr>
        <p:spPr>
          <a:xfrm>
            <a:off x="9534525" y="30241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82" name="Text 179"/>
          <p:cNvSpPr/>
          <p:nvPr/>
        </p:nvSpPr>
        <p:spPr>
          <a:xfrm>
            <a:off x="9639300" y="320992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46" dirty="0"/>
          </a:p>
        </p:txBody>
      </p:sp>
      <p:sp>
        <p:nvSpPr>
          <p:cNvPr id="183" name="Text 180"/>
          <p:cNvSpPr/>
          <p:nvPr/>
        </p:nvSpPr>
        <p:spPr>
          <a:xfrm>
            <a:off x="9534525" y="32051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84" name="Text 181"/>
          <p:cNvSpPr/>
          <p:nvPr/>
        </p:nvSpPr>
        <p:spPr>
          <a:xfrm>
            <a:off x="9639300" y="340042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46" dirty="0"/>
          </a:p>
        </p:txBody>
      </p:sp>
      <p:sp>
        <p:nvSpPr>
          <p:cNvPr id="185" name="Text 182"/>
          <p:cNvSpPr/>
          <p:nvPr/>
        </p:nvSpPr>
        <p:spPr>
          <a:xfrm>
            <a:off x="9534525" y="33956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9505950" y="3990975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204" dirty="0"/>
          </a:p>
        </p:txBody>
      </p:sp>
      <p:sp>
        <p:nvSpPr>
          <p:cNvPr id="187" name="Text 184"/>
          <p:cNvSpPr/>
          <p:nvPr/>
        </p:nvSpPr>
        <p:spPr>
          <a:xfrm>
            <a:off x="9639300" y="426720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46" dirty="0"/>
          </a:p>
        </p:txBody>
      </p:sp>
      <p:sp>
        <p:nvSpPr>
          <p:cNvPr id="188" name="Text 185"/>
          <p:cNvSpPr/>
          <p:nvPr/>
        </p:nvSpPr>
        <p:spPr>
          <a:xfrm>
            <a:off x="9534525" y="42624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639300" y="445770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46" dirty="0"/>
          </a:p>
        </p:txBody>
      </p:sp>
      <p:sp>
        <p:nvSpPr>
          <p:cNvPr id="190" name="Text 187"/>
          <p:cNvSpPr/>
          <p:nvPr/>
        </p:nvSpPr>
        <p:spPr>
          <a:xfrm>
            <a:off x="9534525" y="4452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9639300" y="4638675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46" dirty="0"/>
          </a:p>
        </p:txBody>
      </p:sp>
      <p:sp>
        <p:nvSpPr>
          <p:cNvPr id="192" name="Text 189"/>
          <p:cNvSpPr/>
          <p:nvPr/>
        </p:nvSpPr>
        <p:spPr>
          <a:xfrm>
            <a:off x="9534525" y="463391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9639300" y="481965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46" dirty="0"/>
          </a:p>
        </p:txBody>
      </p:sp>
      <p:sp>
        <p:nvSpPr>
          <p:cNvPr id="194" name="Text 191"/>
          <p:cNvSpPr/>
          <p:nvPr/>
        </p:nvSpPr>
        <p:spPr>
          <a:xfrm>
            <a:off x="9534525" y="48148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9639300" y="5010150"/>
            <a:ext cx="6953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46" dirty="0"/>
          </a:p>
        </p:txBody>
      </p:sp>
      <p:sp>
        <p:nvSpPr>
          <p:cNvPr id="196" name="Text 193"/>
          <p:cNvSpPr/>
          <p:nvPr/>
        </p:nvSpPr>
        <p:spPr>
          <a:xfrm>
            <a:off x="9534525" y="5005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197" name="Text 194"/>
          <p:cNvSpPr/>
          <p:nvPr/>
        </p:nvSpPr>
        <p:spPr>
          <a:xfrm>
            <a:off x="11153775" y="171450"/>
            <a:ext cx="6381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462" dirty="0"/>
          </a:p>
        </p:txBody>
      </p:sp>
      <p:sp>
        <p:nvSpPr>
          <p:cNvPr id="198" name="Text 195"/>
          <p:cNvSpPr/>
          <p:nvPr/>
        </p:nvSpPr>
        <p:spPr>
          <a:xfrm>
            <a:off x="11153775" y="342900"/>
            <a:ext cx="647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204" dirty="0"/>
          </a:p>
        </p:txBody>
      </p:sp>
      <p:sp>
        <p:nvSpPr>
          <p:cNvPr id="199" name="Text 196"/>
          <p:cNvSpPr/>
          <p:nvPr/>
        </p:nvSpPr>
        <p:spPr>
          <a:xfrm>
            <a:off x="11039475" y="747713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80" dirty="0"/>
          </a:p>
        </p:txBody>
      </p:sp>
      <p:sp>
        <p:nvSpPr>
          <p:cNvPr id="200" name="Text 197"/>
          <p:cNvSpPr/>
          <p:nvPr/>
        </p:nvSpPr>
        <p:spPr>
          <a:xfrm>
            <a:off x="11401425" y="847725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118" dirty="0"/>
          </a:p>
        </p:txBody>
      </p:sp>
      <p:sp>
        <p:nvSpPr>
          <p:cNvPr id="201" name="Text 198"/>
          <p:cNvSpPr/>
          <p:nvPr/>
        </p:nvSpPr>
        <p:spPr>
          <a:xfrm>
            <a:off x="11372850" y="112395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1032" dirty="0"/>
          </a:p>
        </p:txBody>
      </p:sp>
      <p:sp>
        <p:nvSpPr>
          <p:cNvPr id="202" name="Text 199"/>
          <p:cNvSpPr/>
          <p:nvPr/>
        </p:nvSpPr>
        <p:spPr>
          <a:xfrm>
            <a:off x="11306175" y="111918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11372850" y="1276350"/>
            <a:ext cx="657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1032" dirty="0"/>
          </a:p>
        </p:txBody>
      </p:sp>
      <p:sp>
        <p:nvSpPr>
          <p:cNvPr id="204" name="Text 201"/>
          <p:cNvSpPr/>
          <p:nvPr/>
        </p:nvSpPr>
        <p:spPr>
          <a:xfrm>
            <a:off x="11306175" y="127158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039475" y="1766887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80" dirty="0"/>
          </a:p>
        </p:txBody>
      </p:sp>
      <p:sp>
        <p:nvSpPr>
          <p:cNvPr id="206" name="Text 203"/>
          <p:cNvSpPr/>
          <p:nvPr/>
        </p:nvSpPr>
        <p:spPr>
          <a:xfrm>
            <a:off x="11401425" y="1866900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118" dirty="0"/>
          </a:p>
        </p:txBody>
      </p:sp>
      <p:sp>
        <p:nvSpPr>
          <p:cNvPr id="207" name="Text 204"/>
          <p:cNvSpPr/>
          <p:nvPr/>
        </p:nvSpPr>
        <p:spPr>
          <a:xfrm>
            <a:off x="11382375" y="214312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1032" dirty="0"/>
          </a:p>
        </p:txBody>
      </p:sp>
      <p:sp>
        <p:nvSpPr>
          <p:cNvPr id="208" name="Text 205"/>
          <p:cNvSpPr/>
          <p:nvPr/>
        </p:nvSpPr>
        <p:spPr>
          <a:xfrm>
            <a:off x="11315700" y="2138363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11372850" y="2286000"/>
            <a:ext cx="657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1032" dirty="0"/>
          </a:p>
        </p:txBody>
      </p:sp>
      <p:sp>
        <p:nvSpPr>
          <p:cNvPr id="210" name="Text 207"/>
          <p:cNvSpPr/>
          <p:nvPr/>
        </p:nvSpPr>
        <p:spPr>
          <a:xfrm>
            <a:off x="11306175" y="228123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11039475" y="2776538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80" dirty="0"/>
          </a:p>
        </p:txBody>
      </p:sp>
      <p:sp>
        <p:nvSpPr>
          <p:cNvPr id="212" name="Text 209"/>
          <p:cNvSpPr/>
          <p:nvPr/>
        </p:nvSpPr>
        <p:spPr>
          <a:xfrm>
            <a:off x="11401425" y="2886075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118" dirty="0"/>
          </a:p>
        </p:txBody>
      </p:sp>
      <p:sp>
        <p:nvSpPr>
          <p:cNvPr id="213" name="Text 210"/>
          <p:cNvSpPr/>
          <p:nvPr/>
        </p:nvSpPr>
        <p:spPr>
          <a:xfrm>
            <a:off x="11372850" y="316230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1032" dirty="0"/>
          </a:p>
        </p:txBody>
      </p:sp>
      <p:sp>
        <p:nvSpPr>
          <p:cNvPr id="214" name="Text 211"/>
          <p:cNvSpPr/>
          <p:nvPr/>
        </p:nvSpPr>
        <p:spPr>
          <a:xfrm>
            <a:off x="11306175" y="315753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11372850" y="3305175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1032" dirty="0"/>
          </a:p>
        </p:txBody>
      </p:sp>
      <p:sp>
        <p:nvSpPr>
          <p:cNvPr id="216" name="Text 213"/>
          <p:cNvSpPr/>
          <p:nvPr/>
        </p:nvSpPr>
        <p:spPr>
          <a:xfrm>
            <a:off x="11306175" y="3300413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1039475" y="3795713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80" dirty="0"/>
          </a:p>
        </p:txBody>
      </p:sp>
      <p:sp>
        <p:nvSpPr>
          <p:cNvPr id="218" name="Text 215"/>
          <p:cNvSpPr/>
          <p:nvPr/>
        </p:nvSpPr>
        <p:spPr>
          <a:xfrm>
            <a:off x="11401425" y="3905250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118" dirty="0"/>
          </a:p>
        </p:txBody>
      </p:sp>
      <p:sp>
        <p:nvSpPr>
          <p:cNvPr id="219" name="Text 216"/>
          <p:cNvSpPr/>
          <p:nvPr/>
        </p:nvSpPr>
        <p:spPr>
          <a:xfrm>
            <a:off x="11372850" y="4181475"/>
            <a:ext cx="657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1032" dirty="0"/>
          </a:p>
        </p:txBody>
      </p:sp>
      <p:sp>
        <p:nvSpPr>
          <p:cNvPr id="220" name="Text 217"/>
          <p:cNvSpPr/>
          <p:nvPr/>
        </p:nvSpPr>
        <p:spPr>
          <a:xfrm>
            <a:off x="11306175" y="4176712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21" name="Text 218"/>
          <p:cNvSpPr/>
          <p:nvPr/>
        </p:nvSpPr>
        <p:spPr>
          <a:xfrm>
            <a:off x="11372850" y="432435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1032" dirty="0"/>
          </a:p>
        </p:txBody>
      </p:sp>
      <p:sp>
        <p:nvSpPr>
          <p:cNvPr id="222" name="Text 219"/>
          <p:cNvSpPr/>
          <p:nvPr/>
        </p:nvSpPr>
        <p:spPr>
          <a:xfrm>
            <a:off x="11306175" y="431958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23" name="Text 220"/>
          <p:cNvSpPr/>
          <p:nvPr/>
        </p:nvSpPr>
        <p:spPr>
          <a:xfrm>
            <a:off x="11039475" y="4805363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80" dirty="0"/>
          </a:p>
        </p:txBody>
      </p:sp>
      <p:sp>
        <p:nvSpPr>
          <p:cNvPr id="224" name="Text 221"/>
          <p:cNvSpPr/>
          <p:nvPr/>
        </p:nvSpPr>
        <p:spPr>
          <a:xfrm>
            <a:off x="11401425" y="4914900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118" dirty="0"/>
          </a:p>
        </p:txBody>
      </p:sp>
      <p:sp>
        <p:nvSpPr>
          <p:cNvPr id="225" name="Text 222"/>
          <p:cNvSpPr/>
          <p:nvPr/>
        </p:nvSpPr>
        <p:spPr>
          <a:xfrm>
            <a:off x="11372850" y="5191125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1032" dirty="0"/>
          </a:p>
        </p:txBody>
      </p:sp>
      <p:sp>
        <p:nvSpPr>
          <p:cNvPr id="226" name="Text 223"/>
          <p:cNvSpPr/>
          <p:nvPr/>
        </p:nvSpPr>
        <p:spPr>
          <a:xfrm>
            <a:off x="11306175" y="5186363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11372850" y="5334000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1032" dirty="0"/>
          </a:p>
        </p:txBody>
      </p:sp>
      <p:sp>
        <p:nvSpPr>
          <p:cNvPr id="228" name="Text 225"/>
          <p:cNvSpPr/>
          <p:nvPr/>
        </p:nvSpPr>
        <p:spPr>
          <a:xfrm>
            <a:off x="11306175" y="532923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11039475" y="5824537"/>
            <a:ext cx="171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80" dirty="0"/>
          </a:p>
        </p:txBody>
      </p:sp>
      <p:sp>
        <p:nvSpPr>
          <p:cNvPr id="230" name="Text 227"/>
          <p:cNvSpPr/>
          <p:nvPr/>
        </p:nvSpPr>
        <p:spPr>
          <a:xfrm>
            <a:off x="11401425" y="5934075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8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118" dirty="0"/>
          </a:p>
        </p:txBody>
      </p:sp>
      <p:sp>
        <p:nvSpPr>
          <p:cNvPr id="231" name="Text 228"/>
          <p:cNvSpPr/>
          <p:nvPr/>
        </p:nvSpPr>
        <p:spPr>
          <a:xfrm>
            <a:off x="11372850" y="6210300"/>
            <a:ext cx="571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1032" dirty="0"/>
          </a:p>
        </p:txBody>
      </p:sp>
      <p:sp>
        <p:nvSpPr>
          <p:cNvPr id="232" name="Text 229"/>
          <p:cNvSpPr/>
          <p:nvPr/>
        </p:nvSpPr>
        <p:spPr>
          <a:xfrm>
            <a:off x="11306175" y="6205538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33" name="Text 230"/>
          <p:cNvSpPr/>
          <p:nvPr/>
        </p:nvSpPr>
        <p:spPr>
          <a:xfrm>
            <a:off x="11372850" y="6353175"/>
            <a:ext cx="657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1032" dirty="0"/>
          </a:p>
        </p:txBody>
      </p:sp>
      <p:sp>
        <p:nvSpPr>
          <p:cNvPr id="234" name="Text 231"/>
          <p:cNvSpPr/>
          <p:nvPr/>
        </p:nvSpPr>
        <p:spPr>
          <a:xfrm>
            <a:off x="11306175" y="6348413"/>
            <a:ext cx="381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390525" y="6010275"/>
            <a:ext cx="809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634" dirty="0"/>
          </a:p>
        </p:txBody>
      </p:sp>
      <p:sp>
        <p:nvSpPr>
          <p:cNvPr id="236" name="Text 233"/>
          <p:cNvSpPr/>
          <p:nvPr/>
        </p:nvSpPr>
        <p:spPr>
          <a:xfrm>
            <a:off x="171450" y="6286500"/>
            <a:ext cx="1247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6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462" dirty="0"/>
          </a:p>
        </p:txBody>
      </p:sp>
      <p:sp>
        <p:nvSpPr>
          <p:cNvPr id="237" name="Text 234"/>
          <p:cNvSpPr/>
          <p:nvPr/>
        </p:nvSpPr>
        <p:spPr>
          <a:xfrm>
            <a:off x="2343150" y="59150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204" dirty="0"/>
          </a:p>
        </p:txBody>
      </p:sp>
      <p:sp>
        <p:nvSpPr>
          <p:cNvPr id="238" name="Text 235"/>
          <p:cNvSpPr/>
          <p:nvPr/>
        </p:nvSpPr>
        <p:spPr>
          <a:xfrm>
            <a:off x="2438400" y="6181725"/>
            <a:ext cx="800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46" dirty="0"/>
          </a:p>
        </p:txBody>
      </p:sp>
      <p:sp>
        <p:nvSpPr>
          <p:cNvPr id="239" name="Text 236"/>
          <p:cNvSpPr/>
          <p:nvPr/>
        </p:nvSpPr>
        <p:spPr>
          <a:xfrm>
            <a:off x="2333625" y="61769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2438400" y="636270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46" dirty="0"/>
          </a:p>
        </p:txBody>
      </p:sp>
      <p:sp>
        <p:nvSpPr>
          <p:cNvPr id="241" name="Text 238"/>
          <p:cNvSpPr/>
          <p:nvPr/>
        </p:nvSpPr>
        <p:spPr>
          <a:xfrm>
            <a:off x="2333625" y="6357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42" name="Text 239"/>
          <p:cNvSpPr/>
          <p:nvPr/>
        </p:nvSpPr>
        <p:spPr>
          <a:xfrm>
            <a:off x="2438400" y="6534150"/>
            <a:ext cx="704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46" dirty="0"/>
          </a:p>
        </p:txBody>
      </p:sp>
      <p:sp>
        <p:nvSpPr>
          <p:cNvPr id="243" name="Text 240"/>
          <p:cNvSpPr/>
          <p:nvPr/>
        </p:nvSpPr>
        <p:spPr>
          <a:xfrm>
            <a:off x="2333625" y="6529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44" name="Text 241"/>
          <p:cNvSpPr/>
          <p:nvPr/>
        </p:nvSpPr>
        <p:spPr>
          <a:xfrm>
            <a:off x="4076700" y="59150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204" dirty="0"/>
          </a:p>
        </p:txBody>
      </p:sp>
      <p:sp>
        <p:nvSpPr>
          <p:cNvPr id="245" name="Text 242"/>
          <p:cNvSpPr/>
          <p:nvPr/>
        </p:nvSpPr>
        <p:spPr>
          <a:xfrm>
            <a:off x="4162425" y="6181725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46" dirty="0"/>
          </a:p>
        </p:txBody>
      </p:sp>
      <p:sp>
        <p:nvSpPr>
          <p:cNvPr id="246" name="Text 243"/>
          <p:cNvSpPr/>
          <p:nvPr/>
        </p:nvSpPr>
        <p:spPr>
          <a:xfrm>
            <a:off x="4057650" y="61769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47" name="Text 244"/>
          <p:cNvSpPr/>
          <p:nvPr/>
        </p:nvSpPr>
        <p:spPr>
          <a:xfrm>
            <a:off x="4162425" y="636270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46" dirty="0"/>
          </a:p>
        </p:txBody>
      </p:sp>
      <p:sp>
        <p:nvSpPr>
          <p:cNvPr id="248" name="Text 245"/>
          <p:cNvSpPr/>
          <p:nvPr/>
        </p:nvSpPr>
        <p:spPr>
          <a:xfrm>
            <a:off x="4057650" y="6357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49" name="Text 246"/>
          <p:cNvSpPr/>
          <p:nvPr/>
        </p:nvSpPr>
        <p:spPr>
          <a:xfrm>
            <a:off x="4162425" y="6534150"/>
            <a:ext cx="800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46" dirty="0"/>
          </a:p>
        </p:txBody>
      </p:sp>
      <p:sp>
        <p:nvSpPr>
          <p:cNvPr id="250" name="Text 247"/>
          <p:cNvSpPr/>
          <p:nvPr/>
        </p:nvSpPr>
        <p:spPr>
          <a:xfrm>
            <a:off x="4057650" y="6529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51" name="Text 248"/>
          <p:cNvSpPr/>
          <p:nvPr/>
        </p:nvSpPr>
        <p:spPr>
          <a:xfrm>
            <a:off x="5867400" y="59150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204" dirty="0"/>
          </a:p>
        </p:txBody>
      </p:sp>
      <p:sp>
        <p:nvSpPr>
          <p:cNvPr id="252" name="Text 249"/>
          <p:cNvSpPr/>
          <p:nvPr/>
        </p:nvSpPr>
        <p:spPr>
          <a:xfrm>
            <a:off x="5943600" y="6181725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46" dirty="0"/>
          </a:p>
        </p:txBody>
      </p:sp>
      <p:sp>
        <p:nvSpPr>
          <p:cNvPr id="253" name="Text 250"/>
          <p:cNvSpPr/>
          <p:nvPr/>
        </p:nvSpPr>
        <p:spPr>
          <a:xfrm>
            <a:off x="5838825" y="61769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54" name="Text 251"/>
          <p:cNvSpPr/>
          <p:nvPr/>
        </p:nvSpPr>
        <p:spPr>
          <a:xfrm>
            <a:off x="5943600" y="636270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46" dirty="0"/>
          </a:p>
        </p:txBody>
      </p:sp>
      <p:sp>
        <p:nvSpPr>
          <p:cNvPr id="255" name="Text 252"/>
          <p:cNvSpPr/>
          <p:nvPr/>
        </p:nvSpPr>
        <p:spPr>
          <a:xfrm>
            <a:off x="5838825" y="6357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56" name="Text 253"/>
          <p:cNvSpPr/>
          <p:nvPr/>
        </p:nvSpPr>
        <p:spPr>
          <a:xfrm>
            <a:off x="5943600" y="653415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46" dirty="0"/>
          </a:p>
        </p:txBody>
      </p:sp>
      <p:sp>
        <p:nvSpPr>
          <p:cNvPr id="257" name="Text 254"/>
          <p:cNvSpPr/>
          <p:nvPr/>
        </p:nvSpPr>
        <p:spPr>
          <a:xfrm>
            <a:off x="5838825" y="6529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58" name="Text 255"/>
          <p:cNvSpPr/>
          <p:nvPr/>
        </p:nvSpPr>
        <p:spPr>
          <a:xfrm>
            <a:off x="7677150" y="59150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204" dirty="0"/>
          </a:p>
        </p:txBody>
      </p:sp>
      <p:sp>
        <p:nvSpPr>
          <p:cNvPr id="259" name="Text 256"/>
          <p:cNvSpPr/>
          <p:nvPr/>
        </p:nvSpPr>
        <p:spPr>
          <a:xfrm>
            <a:off x="7753350" y="6181725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46" dirty="0"/>
          </a:p>
        </p:txBody>
      </p:sp>
      <p:sp>
        <p:nvSpPr>
          <p:cNvPr id="260" name="Text 257"/>
          <p:cNvSpPr/>
          <p:nvPr/>
        </p:nvSpPr>
        <p:spPr>
          <a:xfrm>
            <a:off x="7648575" y="61769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61" name="Text 258"/>
          <p:cNvSpPr/>
          <p:nvPr/>
        </p:nvSpPr>
        <p:spPr>
          <a:xfrm>
            <a:off x="7753350" y="636270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46" dirty="0"/>
          </a:p>
        </p:txBody>
      </p:sp>
      <p:sp>
        <p:nvSpPr>
          <p:cNvPr id="262" name="Text 259"/>
          <p:cNvSpPr/>
          <p:nvPr/>
        </p:nvSpPr>
        <p:spPr>
          <a:xfrm>
            <a:off x="7648575" y="6357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63" name="Text 260"/>
          <p:cNvSpPr/>
          <p:nvPr/>
        </p:nvSpPr>
        <p:spPr>
          <a:xfrm>
            <a:off x="7753350" y="653415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46" dirty="0"/>
          </a:p>
        </p:txBody>
      </p:sp>
      <p:sp>
        <p:nvSpPr>
          <p:cNvPr id="264" name="Text 261"/>
          <p:cNvSpPr/>
          <p:nvPr/>
        </p:nvSpPr>
        <p:spPr>
          <a:xfrm>
            <a:off x="7648575" y="6529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65" name="Text 262"/>
          <p:cNvSpPr/>
          <p:nvPr/>
        </p:nvSpPr>
        <p:spPr>
          <a:xfrm>
            <a:off x="9486900" y="5915025"/>
            <a:ext cx="714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204" dirty="0"/>
          </a:p>
        </p:txBody>
      </p:sp>
      <p:sp>
        <p:nvSpPr>
          <p:cNvPr id="266" name="Text 263"/>
          <p:cNvSpPr/>
          <p:nvPr/>
        </p:nvSpPr>
        <p:spPr>
          <a:xfrm>
            <a:off x="9563100" y="6181725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46" dirty="0"/>
          </a:p>
        </p:txBody>
      </p:sp>
      <p:sp>
        <p:nvSpPr>
          <p:cNvPr id="267" name="Text 264"/>
          <p:cNvSpPr/>
          <p:nvPr/>
        </p:nvSpPr>
        <p:spPr>
          <a:xfrm>
            <a:off x="9458325" y="6176963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68" name="Text 265"/>
          <p:cNvSpPr/>
          <p:nvPr/>
        </p:nvSpPr>
        <p:spPr>
          <a:xfrm>
            <a:off x="9563100" y="636270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46" dirty="0"/>
          </a:p>
        </p:txBody>
      </p:sp>
      <p:sp>
        <p:nvSpPr>
          <p:cNvPr id="269" name="Text 266"/>
          <p:cNvSpPr/>
          <p:nvPr/>
        </p:nvSpPr>
        <p:spPr>
          <a:xfrm>
            <a:off x="9458325" y="635793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  <p:sp>
        <p:nvSpPr>
          <p:cNvPr id="270" name="Text 267"/>
          <p:cNvSpPr/>
          <p:nvPr/>
        </p:nvSpPr>
        <p:spPr>
          <a:xfrm>
            <a:off x="9563100" y="6534150"/>
            <a:ext cx="714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6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46" dirty="0"/>
          </a:p>
        </p:txBody>
      </p:sp>
      <p:sp>
        <p:nvSpPr>
          <p:cNvPr id="271" name="Text 268"/>
          <p:cNvSpPr/>
          <p:nvPr/>
        </p:nvSpPr>
        <p:spPr>
          <a:xfrm>
            <a:off x="9458325" y="6529388"/>
            <a:ext cx="38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2026-07-05T03:12:16Z</dcterms:created>
  <dcterms:modified xsi:type="dcterms:W3CDTF">2026-07-05T03:12:16Z</dcterms:modified>
</cp:coreProperties>
</file>