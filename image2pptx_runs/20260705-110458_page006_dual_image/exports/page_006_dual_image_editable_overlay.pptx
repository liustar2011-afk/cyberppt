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450" y="171450"/>
            <a:ext cx="657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326" dirty="0"/>
          </a:p>
        </p:txBody>
      </p:sp>
      <p:sp>
        <p:nvSpPr>
          <p:cNvPr id="4" name="Text 1"/>
          <p:cNvSpPr/>
          <p:nvPr/>
        </p:nvSpPr>
        <p:spPr>
          <a:xfrm>
            <a:off x="561975" y="34290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92" dirty="0"/>
          </a:p>
        </p:txBody>
      </p:sp>
      <p:sp>
        <p:nvSpPr>
          <p:cNvPr id="5" name="Text 2"/>
          <p:cNvSpPr/>
          <p:nvPr/>
        </p:nvSpPr>
        <p:spPr>
          <a:xfrm>
            <a:off x="657225" y="73342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92" dirty="0"/>
          </a:p>
        </p:txBody>
      </p:sp>
      <p:sp>
        <p:nvSpPr>
          <p:cNvPr id="6" name="Text 3"/>
          <p:cNvSpPr/>
          <p:nvPr/>
        </p:nvSpPr>
        <p:spPr>
          <a:xfrm>
            <a:off x="762000" y="942975"/>
            <a:ext cx="619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762000" y="1123950"/>
            <a:ext cx="60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62000" y="1304925"/>
            <a:ext cx="60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62000" y="14573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858" dirty="0"/>
          </a:p>
        </p:txBody>
      </p:sp>
      <p:sp>
        <p:nvSpPr>
          <p:cNvPr id="10" name="Text 7"/>
          <p:cNvSpPr/>
          <p:nvPr/>
        </p:nvSpPr>
        <p:spPr>
          <a:xfrm>
            <a:off x="762000" y="1609725"/>
            <a:ext cx="2667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46" dirty="0"/>
          </a:p>
        </p:txBody>
      </p:sp>
      <p:sp>
        <p:nvSpPr>
          <p:cNvPr id="11" name="Text 8"/>
          <p:cNvSpPr/>
          <p:nvPr/>
        </p:nvSpPr>
        <p:spPr>
          <a:xfrm>
            <a:off x="657225" y="19335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92" dirty="0"/>
          </a:p>
        </p:txBody>
      </p:sp>
      <p:sp>
        <p:nvSpPr>
          <p:cNvPr id="12" name="Text 9"/>
          <p:cNvSpPr/>
          <p:nvPr/>
        </p:nvSpPr>
        <p:spPr>
          <a:xfrm>
            <a:off x="762000" y="2162175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858" dirty="0"/>
          </a:p>
        </p:txBody>
      </p:sp>
      <p:sp>
        <p:nvSpPr>
          <p:cNvPr id="13" name="Text 10"/>
          <p:cNvSpPr/>
          <p:nvPr/>
        </p:nvSpPr>
        <p:spPr>
          <a:xfrm>
            <a:off x="762000" y="2324100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858" dirty="0"/>
          </a:p>
        </p:txBody>
      </p:sp>
      <p:sp>
        <p:nvSpPr>
          <p:cNvPr id="14" name="Text 11"/>
          <p:cNvSpPr/>
          <p:nvPr/>
        </p:nvSpPr>
        <p:spPr>
          <a:xfrm>
            <a:off x="762000" y="2495550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858" dirty="0"/>
          </a:p>
        </p:txBody>
      </p:sp>
      <p:sp>
        <p:nvSpPr>
          <p:cNvPr id="15" name="Text 12"/>
          <p:cNvSpPr/>
          <p:nvPr/>
        </p:nvSpPr>
        <p:spPr>
          <a:xfrm>
            <a:off x="762000" y="26479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858" dirty="0"/>
          </a:p>
        </p:txBody>
      </p:sp>
      <p:sp>
        <p:nvSpPr>
          <p:cNvPr id="16" name="Text 13"/>
          <p:cNvSpPr/>
          <p:nvPr/>
        </p:nvSpPr>
        <p:spPr>
          <a:xfrm>
            <a:off x="762000" y="2819400"/>
            <a:ext cx="2667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46" dirty="0"/>
          </a:p>
        </p:txBody>
      </p:sp>
      <p:sp>
        <p:nvSpPr>
          <p:cNvPr id="17" name="Text 14"/>
          <p:cNvSpPr/>
          <p:nvPr/>
        </p:nvSpPr>
        <p:spPr>
          <a:xfrm>
            <a:off x="657225" y="31527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92" dirty="0"/>
          </a:p>
        </p:txBody>
      </p:sp>
      <p:sp>
        <p:nvSpPr>
          <p:cNvPr id="18" name="Text 15"/>
          <p:cNvSpPr/>
          <p:nvPr/>
        </p:nvSpPr>
        <p:spPr>
          <a:xfrm>
            <a:off x="762000" y="3381375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858" dirty="0"/>
          </a:p>
        </p:txBody>
      </p:sp>
      <p:sp>
        <p:nvSpPr>
          <p:cNvPr id="19" name="Text 16"/>
          <p:cNvSpPr/>
          <p:nvPr/>
        </p:nvSpPr>
        <p:spPr>
          <a:xfrm>
            <a:off x="762000" y="3543300"/>
            <a:ext cx="6381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858" dirty="0"/>
          </a:p>
        </p:txBody>
      </p:sp>
      <p:sp>
        <p:nvSpPr>
          <p:cNvPr id="20" name="Text 17"/>
          <p:cNvSpPr/>
          <p:nvPr/>
        </p:nvSpPr>
        <p:spPr>
          <a:xfrm>
            <a:off x="762000" y="3705225"/>
            <a:ext cx="7905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858" dirty="0"/>
          </a:p>
        </p:txBody>
      </p:sp>
      <p:sp>
        <p:nvSpPr>
          <p:cNvPr id="21" name="Text 18"/>
          <p:cNvSpPr/>
          <p:nvPr/>
        </p:nvSpPr>
        <p:spPr>
          <a:xfrm>
            <a:off x="762000" y="3867150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858" dirty="0"/>
          </a:p>
        </p:txBody>
      </p:sp>
      <p:sp>
        <p:nvSpPr>
          <p:cNvPr id="22" name="Text 19"/>
          <p:cNvSpPr/>
          <p:nvPr/>
        </p:nvSpPr>
        <p:spPr>
          <a:xfrm>
            <a:off x="762000" y="4038600"/>
            <a:ext cx="2667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46" dirty="0"/>
          </a:p>
        </p:txBody>
      </p:sp>
      <p:sp>
        <p:nvSpPr>
          <p:cNvPr id="23" name="Text 20"/>
          <p:cNvSpPr/>
          <p:nvPr/>
        </p:nvSpPr>
        <p:spPr>
          <a:xfrm>
            <a:off x="590550" y="4371975"/>
            <a:ext cx="7810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170" dirty="0"/>
          </a:p>
        </p:txBody>
      </p:sp>
      <p:sp>
        <p:nvSpPr>
          <p:cNvPr id="24" name="Text 21"/>
          <p:cNvSpPr/>
          <p:nvPr/>
        </p:nvSpPr>
        <p:spPr>
          <a:xfrm>
            <a:off x="762000" y="4600575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858" dirty="0"/>
          </a:p>
        </p:txBody>
      </p:sp>
      <p:sp>
        <p:nvSpPr>
          <p:cNvPr id="25" name="Text 22"/>
          <p:cNvSpPr/>
          <p:nvPr/>
        </p:nvSpPr>
        <p:spPr>
          <a:xfrm>
            <a:off x="762000" y="4762500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858" dirty="0"/>
          </a:p>
        </p:txBody>
      </p:sp>
      <p:sp>
        <p:nvSpPr>
          <p:cNvPr id="26" name="Text 23"/>
          <p:cNvSpPr/>
          <p:nvPr/>
        </p:nvSpPr>
        <p:spPr>
          <a:xfrm>
            <a:off x="762000" y="4924425"/>
            <a:ext cx="8096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858" dirty="0"/>
          </a:p>
        </p:txBody>
      </p:sp>
      <p:sp>
        <p:nvSpPr>
          <p:cNvPr id="27" name="Text 24"/>
          <p:cNvSpPr/>
          <p:nvPr/>
        </p:nvSpPr>
        <p:spPr>
          <a:xfrm>
            <a:off x="762000" y="5095875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858" dirty="0"/>
          </a:p>
        </p:txBody>
      </p:sp>
      <p:sp>
        <p:nvSpPr>
          <p:cNvPr id="28" name="Text 25"/>
          <p:cNvSpPr/>
          <p:nvPr/>
        </p:nvSpPr>
        <p:spPr>
          <a:xfrm>
            <a:off x="762000" y="5257800"/>
            <a:ext cx="2667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546" dirty="0"/>
          </a:p>
        </p:txBody>
      </p:sp>
      <p:sp>
        <p:nvSpPr>
          <p:cNvPr id="29" name="Text 26"/>
          <p:cNvSpPr/>
          <p:nvPr/>
        </p:nvSpPr>
        <p:spPr>
          <a:xfrm>
            <a:off x="3705225" y="171450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404" dirty="0"/>
          </a:p>
        </p:txBody>
      </p:sp>
      <p:sp>
        <p:nvSpPr>
          <p:cNvPr id="30" name="Text 27"/>
          <p:cNvSpPr/>
          <p:nvPr/>
        </p:nvSpPr>
        <p:spPr>
          <a:xfrm>
            <a:off x="2828925" y="7239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3209925" y="723900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92" dirty="0"/>
          </a:p>
        </p:txBody>
      </p:sp>
      <p:sp>
        <p:nvSpPr>
          <p:cNvPr id="32" name="Text 29"/>
          <p:cNvSpPr/>
          <p:nvPr/>
        </p:nvSpPr>
        <p:spPr>
          <a:xfrm>
            <a:off x="3305175" y="10096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858" dirty="0"/>
          </a:p>
        </p:txBody>
      </p:sp>
      <p:sp>
        <p:nvSpPr>
          <p:cNvPr id="33" name="Text 30"/>
          <p:cNvSpPr/>
          <p:nvPr/>
        </p:nvSpPr>
        <p:spPr>
          <a:xfrm>
            <a:off x="3305175" y="12001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858" dirty="0"/>
          </a:p>
        </p:txBody>
      </p:sp>
      <p:sp>
        <p:nvSpPr>
          <p:cNvPr id="34" name="Text 31"/>
          <p:cNvSpPr/>
          <p:nvPr/>
        </p:nvSpPr>
        <p:spPr>
          <a:xfrm>
            <a:off x="3305175" y="1390650"/>
            <a:ext cx="7905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858" dirty="0"/>
          </a:p>
        </p:txBody>
      </p:sp>
      <p:sp>
        <p:nvSpPr>
          <p:cNvPr id="35" name="Text 32"/>
          <p:cNvSpPr/>
          <p:nvPr/>
        </p:nvSpPr>
        <p:spPr>
          <a:xfrm>
            <a:off x="3305175" y="15716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858" dirty="0"/>
          </a:p>
        </p:txBody>
      </p:sp>
      <p:sp>
        <p:nvSpPr>
          <p:cNvPr id="36" name="Text 33"/>
          <p:cNvSpPr/>
          <p:nvPr/>
        </p:nvSpPr>
        <p:spPr>
          <a:xfrm>
            <a:off x="4724400" y="7239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36" dirty="0"/>
          </a:p>
        </p:txBody>
      </p:sp>
      <p:sp>
        <p:nvSpPr>
          <p:cNvPr id="37" name="Text 34"/>
          <p:cNvSpPr/>
          <p:nvPr/>
        </p:nvSpPr>
        <p:spPr>
          <a:xfrm>
            <a:off x="5095875" y="723900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92" dirty="0"/>
          </a:p>
        </p:txBody>
      </p:sp>
      <p:sp>
        <p:nvSpPr>
          <p:cNvPr id="38" name="Text 35"/>
          <p:cNvSpPr/>
          <p:nvPr/>
        </p:nvSpPr>
        <p:spPr>
          <a:xfrm>
            <a:off x="5238750" y="10096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858" dirty="0"/>
          </a:p>
        </p:txBody>
      </p:sp>
      <p:sp>
        <p:nvSpPr>
          <p:cNvPr id="39" name="Text 36"/>
          <p:cNvSpPr/>
          <p:nvPr/>
        </p:nvSpPr>
        <p:spPr>
          <a:xfrm>
            <a:off x="5238750" y="12001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858" dirty="0"/>
          </a:p>
        </p:txBody>
      </p:sp>
      <p:sp>
        <p:nvSpPr>
          <p:cNvPr id="40" name="Text 37"/>
          <p:cNvSpPr/>
          <p:nvPr/>
        </p:nvSpPr>
        <p:spPr>
          <a:xfrm>
            <a:off x="5238750" y="13906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858" dirty="0"/>
          </a:p>
        </p:txBody>
      </p:sp>
      <p:sp>
        <p:nvSpPr>
          <p:cNvPr id="41" name="Text 38"/>
          <p:cNvSpPr/>
          <p:nvPr/>
        </p:nvSpPr>
        <p:spPr>
          <a:xfrm>
            <a:off x="5238750" y="157162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858" dirty="0"/>
          </a:p>
        </p:txBody>
      </p:sp>
      <p:sp>
        <p:nvSpPr>
          <p:cNvPr id="42" name="Text 39"/>
          <p:cNvSpPr/>
          <p:nvPr/>
        </p:nvSpPr>
        <p:spPr>
          <a:xfrm>
            <a:off x="6619875" y="7239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36" dirty="0"/>
          </a:p>
        </p:txBody>
      </p:sp>
      <p:sp>
        <p:nvSpPr>
          <p:cNvPr id="43" name="Text 40"/>
          <p:cNvSpPr/>
          <p:nvPr/>
        </p:nvSpPr>
        <p:spPr>
          <a:xfrm>
            <a:off x="7029450" y="723900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92" dirty="0"/>
          </a:p>
        </p:txBody>
      </p:sp>
      <p:sp>
        <p:nvSpPr>
          <p:cNvPr id="44" name="Text 41"/>
          <p:cNvSpPr/>
          <p:nvPr/>
        </p:nvSpPr>
        <p:spPr>
          <a:xfrm>
            <a:off x="7162800" y="10096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858" dirty="0"/>
          </a:p>
        </p:txBody>
      </p:sp>
      <p:sp>
        <p:nvSpPr>
          <p:cNvPr id="45" name="Text 42"/>
          <p:cNvSpPr/>
          <p:nvPr/>
        </p:nvSpPr>
        <p:spPr>
          <a:xfrm>
            <a:off x="7162800" y="12001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858" dirty="0"/>
          </a:p>
        </p:txBody>
      </p:sp>
      <p:sp>
        <p:nvSpPr>
          <p:cNvPr id="46" name="Text 43"/>
          <p:cNvSpPr/>
          <p:nvPr/>
        </p:nvSpPr>
        <p:spPr>
          <a:xfrm>
            <a:off x="7162800" y="13906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858" dirty="0"/>
          </a:p>
        </p:txBody>
      </p:sp>
      <p:sp>
        <p:nvSpPr>
          <p:cNvPr id="47" name="Text 44"/>
          <p:cNvSpPr/>
          <p:nvPr/>
        </p:nvSpPr>
        <p:spPr>
          <a:xfrm>
            <a:off x="7162800" y="157162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858" dirty="0"/>
          </a:p>
        </p:txBody>
      </p:sp>
      <p:sp>
        <p:nvSpPr>
          <p:cNvPr id="48" name="Text 45"/>
          <p:cNvSpPr/>
          <p:nvPr/>
        </p:nvSpPr>
        <p:spPr>
          <a:xfrm>
            <a:off x="2828925" y="196215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3209925" y="19526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92" dirty="0"/>
          </a:p>
        </p:txBody>
      </p:sp>
      <p:sp>
        <p:nvSpPr>
          <p:cNvPr id="50" name="Text 47"/>
          <p:cNvSpPr/>
          <p:nvPr/>
        </p:nvSpPr>
        <p:spPr>
          <a:xfrm>
            <a:off x="3305175" y="223837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858" dirty="0"/>
          </a:p>
        </p:txBody>
      </p:sp>
      <p:sp>
        <p:nvSpPr>
          <p:cNvPr id="51" name="Text 48"/>
          <p:cNvSpPr/>
          <p:nvPr/>
        </p:nvSpPr>
        <p:spPr>
          <a:xfrm>
            <a:off x="3305175" y="24193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858" dirty="0"/>
          </a:p>
        </p:txBody>
      </p:sp>
      <p:sp>
        <p:nvSpPr>
          <p:cNvPr id="52" name="Text 49"/>
          <p:cNvSpPr/>
          <p:nvPr/>
        </p:nvSpPr>
        <p:spPr>
          <a:xfrm>
            <a:off x="3305175" y="26098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858" dirty="0"/>
          </a:p>
        </p:txBody>
      </p:sp>
      <p:sp>
        <p:nvSpPr>
          <p:cNvPr id="53" name="Text 50"/>
          <p:cNvSpPr/>
          <p:nvPr/>
        </p:nvSpPr>
        <p:spPr>
          <a:xfrm>
            <a:off x="3305175" y="27908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858" dirty="0"/>
          </a:p>
        </p:txBody>
      </p:sp>
      <p:sp>
        <p:nvSpPr>
          <p:cNvPr id="54" name="Text 51"/>
          <p:cNvSpPr/>
          <p:nvPr/>
        </p:nvSpPr>
        <p:spPr>
          <a:xfrm>
            <a:off x="4724400" y="196215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5095875" y="19526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92" dirty="0"/>
          </a:p>
        </p:txBody>
      </p:sp>
      <p:sp>
        <p:nvSpPr>
          <p:cNvPr id="56" name="Text 53"/>
          <p:cNvSpPr/>
          <p:nvPr/>
        </p:nvSpPr>
        <p:spPr>
          <a:xfrm>
            <a:off x="5238750" y="223837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858" dirty="0"/>
          </a:p>
        </p:txBody>
      </p:sp>
      <p:sp>
        <p:nvSpPr>
          <p:cNvPr id="57" name="Text 54"/>
          <p:cNvSpPr/>
          <p:nvPr/>
        </p:nvSpPr>
        <p:spPr>
          <a:xfrm>
            <a:off x="5238750" y="241935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858" dirty="0"/>
          </a:p>
        </p:txBody>
      </p:sp>
      <p:sp>
        <p:nvSpPr>
          <p:cNvPr id="58" name="Text 55"/>
          <p:cNvSpPr/>
          <p:nvPr/>
        </p:nvSpPr>
        <p:spPr>
          <a:xfrm>
            <a:off x="5238750" y="26098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858" dirty="0"/>
          </a:p>
        </p:txBody>
      </p:sp>
      <p:sp>
        <p:nvSpPr>
          <p:cNvPr id="59" name="Text 56"/>
          <p:cNvSpPr/>
          <p:nvPr/>
        </p:nvSpPr>
        <p:spPr>
          <a:xfrm>
            <a:off x="5238750" y="27908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858" dirty="0"/>
          </a:p>
        </p:txBody>
      </p:sp>
      <p:sp>
        <p:nvSpPr>
          <p:cNvPr id="60" name="Text 57"/>
          <p:cNvSpPr/>
          <p:nvPr/>
        </p:nvSpPr>
        <p:spPr>
          <a:xfrm>
            <a:off x="6619875" y="196215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36" dirty="0"/>
          </a:p>
        </p:txBody>
      </p:sp>
      <p:sp>
        <p:nvSpPr>
          <p:cNvPr id="61" name="Text 58"/>
          <p:cNvSpPr/>
          <p:nvPr/>
        </p:nvSpPr>
        <p:spPr>
          <a:xfrm>
            <a:off x="7029450" y="19526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92" dirty="0"/>
          </a:p>
        </p:txBody>
      </p:sp>
      <p:sp>
        <p:nvSpPr>
          <p:cNvPr id="62" name="Text 59"/>
          <p:cNvSpPr/>
          <p:nvPr/>
        </p:nvSpPr>
        <p:spPr>
          <a:xfrm>
            <a:off x="7162800" y="223837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858" dirty="0"/>
          </a:p>
        </p:txBody>
      </p:sp>
      <p:sp>
        <p:nvSpPr>
          <p:cNvPr id="63" name="Text 60"/>
          <p:cNvSpPr/>
          <p:nvPr/>
        </p:nvSpPr>
        <p:spPr>
          <a:xfrm>
            <a:off x="7162800" y="24193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858" dirty="0"/>
          </a:p>
        </p:txBody>
      </p:sp>
      <p:sp>
        <p:nvSpPr>
          <p:cNvPr id="64" name="Text 61"/>
          <p:cNvSpPr/>
          <p:nvPr/>
        </p:nvSpPr>
        <p:spPr>
          <a:xfrm>
            <a:off x="7162800" y="26098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858" dirty="0"/>
          </a:p>
        </p:txBody>
      </p:sp>
      <p:sp>
        <p:nvSpPr>
          <p:cNvPr id="65" name="Text 62"/>
          <p:cNvSpPr/>
          <p:nvPr/>
        </p:nvSpPr>
        <p:spPr>
          <a:xfrm>
            <a:off x="7162800" y="279082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858" dirty="0"/>
          </a:p>
        </p:txBody>
      </p:sp>
      <p:sp>
        <p:nvSpPr>
          <p:cNvPr id="66" name="Text 63"/>
          <p:cNvSpPr/>
          <p:nvPr/>
        </p:nvSpPr>
        <p:spPr>
          <a:xfrm>
            <a:off x="2828925" y="32004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3209925" y="31908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92" dirty="0"/>
          </a:p>
        </p:txBody>
      </p:sp>
      <p:sp>
        <p:nvSpPr>
          <p:cNvPr id="68" name="Text 65"/>
          <p:cNvSpPr/>
          <p:nvPr/>
        </p:nvSpPr>
        <p:spPr>
          <a:xfrm>
            <a:off x="3305175" y="34766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858" dirty="0"/>
          </a:p>
        </p:txBody>
      </p:sp>
      <p:sp>
        <p:nvSpPr>
          <p:cNvPr id="69" name="Text 66"/>
          <p:cNvSpPr/>
          <p:nvPr/>
        </p:nvSpPr>
        <p:spPr>
          <a:xfrm>
            <a:off x="3305175" y="365760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858" dirty="0"/>
          </a:p>
        </p:txBody>
      </p:sp>
      <p:sp>
        <p:nvSpPr>
          <p:cNvPr id="70" name="Text 67"/>
          <p:cNvSpPr/>
          <p:nvPr/>
        </p:nvSpPr>
        <p:spPr>
          <a:xfrm>
            <a:off x="3305175" y="3848100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858" dirty="0"/>
          </a:p>
        </p:txBody>
      </p:sp>
      <p:sp>
        <p:nvSpPr>
          <p:cNvPr id="71" name="Text 68"/>
          <p:cNvSpPr/>
          <p:nvPr/>
        </p:nvSpPr>
        <p:spPr>
          <a:xfrm>
            <a:off x="3305175" y="402907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858" dirty="0"/>
          </a:p>
        </p:txBody>
      </p:sp>
      <p:sp>
        <p:nvSpPr>
          <p:cNvPr id="72" name="Text 69"/>
          <p:cNvSpPr/>
          <p:nvPr/>
        </p:nvSpPr>
        <p:spPr>
          <a:xfrm>
            <a:off x="4724400" y="32004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36" dirty="0"/>
          </a:p>
        </p:txBody>
      </p:sp>
      <p:sp>
        <p:nvSpPr>
          <p:cNvPr id="73" name="Text 70"/>
          <p:cNvSpPr/>
          <p:nvPr/>
        </p:nvSpPr>
        <p:spPr>
          <a:xfrm>
            <a:off x="5095875" y="31908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92" dirty="0"/>
          </a:p>
        </p:txBody>
      </p:sp>
      <p:sp>
        <p:nvSpPr>
          <p:cNvPr id="74" name="Text 71"/>
          <p:cNvSpPr/>
          <p:nvPr/>
        </p:nvSpPr>
        <p:spPr>
          <a:xfrm>
            <a:off x="5238750" y="34766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858" dirty="0"/>
          </a:p>
        </p:txBody>
      </p:sp>
      <p:sp>
        <p:nvSpPr>
          <p:cNvPr id="75" name="Text 72"/>
          <p:cNvSpPr/>
          <p:nvPr/>
        </p:nvSpPr>
        <p:spPr>
          <a:xfrm>
            <a:off x="5238750" y="365760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858" dirty="0"/>
          </a:p>
        </p:txBody>
      </p:sp>
      <p:sp>
        <p:nvSpPr>
          <p:cNvPr id="76" name="Text 73"/>
          <p:cNvSpPr/>
          <p:nvPr/>
        </p:nvSpPr>
        <p:spPr>
          <a:xfrm>
            <a:off x="5238750" y="384810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858" dirty="0"/>
          </a:p>
        </p:txBody>
      </p:sp>
      <p:sp>
        <p:nvSpPr>
          <p:cNvPr id="77" name="Text 74"/>
          <p:cNvSpPr/>
          <p:nvPr/>
        </p:nvSpPr>
        <p:spPr>
          <a:xfrm>
            <a:off x="5238750" y="402907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858" dirty="0"/>
          </a:p>
        </p:txBody>
      </p:sp>
      <p:sp>
        <p:nvSpPr>
          <p:cNvPr id="78" name="Text 75"/>
          <p:cNvSpPr/>
          <p:nvPr/>
        </p:nvSpPr>
        <p:spPr>
          <a:xfrm>
            <a:off x="6619875" y="3200400"/>
            <a:ext cx="66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36" dirty="0"/>
          </a:p>
        </p:txBody>
      </p:sp>
      <p:sp>
        <p:nvSpPr>
          <p:cNvPr id="79" name="Text 76"/>
          <p:cNvSpPr/>
          <p:nvPr/>
        </p:nvSpPr>
        <p:spPr>
          <a:xfrm>
            <a:off x="7029450" y="31908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92" dirty="0"/>
          </a:p>
        </p:txBody>
      </p:sp>
      <p:sp>
        <p:nvSpPr>
          <p:cNvPr id="80" name="Text 77"/>
          <p:cNvSpPr/>
          <p:nvPr/>
        </p:nvSpPr>
        <p:spPr>
          <a:xfrm>
            <a:off x="7162800" y="3476625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858" dirty="0"/>
          </a:p>
        </p:txBody>
      </p:sp>
      <p:sp>
        <p:nvSpPr>
          <p:cNvPr id="81" name="Text 78"/>
          <p:cNvSpPr/>
          <p:nvPr/>
        </p:nvSpPr>
        <p:spPr>
          <a:xfrm>
            <a:off x="7162800" y="365760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858" dirty="0"/>
          </a:p>
        </p:txBody>
      </p:sp>
      <p:sp>
        <p:nvSpPr>
          <p:cNvPr id="82" name="Text 79"/>
          <p:cNvSpPr/>
          <p:nvPr/>
        </p:nvSpPr>
        <p:spPr>
          <a:xfrm>
            <a:off x="7162800" y="384810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858" dirty="0"/>
          </a:p>
        </p:txBody>
      </p:sp>
      <p:sp>
        <p:nvSpPr>
          <p:cNvPr id="83" name="Text 80"/>
          <p:cNvSpPr/>
          <p:nvPr/>
        </p:nvSpPr>
        <p:spPr>
          <a:xfrm>
            <a:off x="7162800" y="4029075"/>
            <a:ext cx="609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858" dirty="0"/>
          </a:p>
        </p:txBody>
      </p:sp>
      <p:sp>
        <p:nvSpPr>
          <p:cNvPr id="84" name="Text 81"/>
          <p:cNvSpPr/>
          <p:nvPr/>
        </p:nvSpPr>
        <p:spPr>
          <a:xfrm>
            <a:off x="8601075" y="24669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800" dirty="0"/>
          </a:p>
        </p:txBody>
      </p:sp>
      <p:sp>
        <p:nvSpPr>
          <p:cNvPr id="85" name="Text 82"/>
          <p:cNvSpPr/>
          <p:nvPr/>
        </p:nvSpPr>
        <p:spPr>
          <a:xfrm>
            <a:off x="5438775" y="4333875"/>
            <a:ext cx="571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14" dirty="0"/>
          </a:p>
        </p:txBody>
      </p:sp>
      <p:sp>
        <p:nvSpPr>
          <p:cNvPr id="86" name="Text 83"/>
          <p:cNvSpPr/>
          <p:nvPr/>
        </p:nvSpPr>
        <p:spPr>
          <a:xfrm>
            <a:off x="4038600" y="4533900"/>
            <a:ext cx="2724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170" dirty="0"/>
          </a:p>
        </p:txBody>
      </p:sp>
      <p:sp>
        <p:nvSpPr>
          <p:cNvPr id="87" name="Text 84"/>
          <p:cNvSpPr/>
          <p:nvPr/>
        </p:nvSpPr>
        <p:spPr>
          <a:xfrm>
            <a:off x="2905125" y="5000625"/>
            <a:ext cx="476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14" dirty="0"/>
          </a:p>
        </p:txBody>
      </p:sp>
      <p:sp>
        <p:nvSpPr>
          <p:cNvPr id="88" name="Text 85"/>
          <p:cNvSpPr/>
          <p:nvPr/>
        </p:nvSpPr>
        <p:spPr>
          <a:xfrm>
            <a:off x="3829050" y="5000625"/>
            <a:ext cx="495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14" dirty="0"/>
          </a:p>
        </p:txBody>
      </p:sp>
      <p:sp>
        <p:nvSpPr>
          <p:cNvPr id="89" name="Text 86"/>
          <p:cNvSpPr/>
          <p:nvPr/>
        </p:nvSpPr>
        <p:spPr>
          <a:xfrm>
            <a:off x="4791075" y="5000625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14" dirty="0"/>
          </a:p>
        </p:txBody>
      </p:sp>
      <p:sp>
        <p:nvSpPr>
          <p:cNvPr id="90" name="Text 87"/>
          <p:cNvSpPr/>
          <p:nvPr/>
        </p:nvSpPr>
        <p:spPr>
          <a:xfrm>
            <a:off x="5772150" y="5000625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14" dirty="0"/>
          </a:p>
        </p:txBody>
      </p:sp>
      <p:sp>
        <p:nvSpPr>
          <p:cNvPr id="91" name="Text 88"/>
          <p:cNvSpPr/>
          <p:nvPr/>
        </p:nvSpPr>
        <p:spPr>
          <a:xfrm>
            <a:off x="6734175" y="4895850"/>
            <a:ext cx="476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14" dirty="0"/>
          </a:p>
        </p:txBody>
      </p:sp>
      <p:sp>
        <p:nvSpPr>
          <p:cNvPr id="92" name="Text 89"/>
          <p:cNvSpPr/>
          <p:nvPr/>
        </p:nvSpPr>
        <p:spPr>
          <a:xfrm>
            <a:off x="6867525" y="5038725"/>
            <a:ext cx="2476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14" dirty="0"/>
          </a:p>
        </p:txBody>
      </p:sp>
      <p:sp>
        <p:nvSpPr>
          <p:cNvPr id="93" name="Text 90"/>
          <p:cNvSpPr/>
          <p:nvPr/>
        </p:nvSpPr>
        <p:spPr>
          <a:xfrm>
            <a:off x="7724775" y="4895850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14" dirty="0"/>
          </a:p>
        </p:txBody>
      </p:sp>
      <p:sp>
        <p:nvSpPr>
          <p:cNvPr id="94" name="Text 91"/>
          <p:cNvSpPr/>
          <p:nvPr/>
        </p:nvSpPr>
        <p:spPr>
          <a:xfrm>
            <a:off x="7848600" y="5038725"/>
            <a:ext cx="361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14" dirty="0"/>
          </a:p>
        </p:txBody>
      </p:sp>
      <p:sp>
        <p:nvSpPr>
          <p:cNvPr id="95" name="Text 92"/>
          <p:cNvSpPr/>
          <p:nvPr/>
        </p:nvSpPr>
        <p:spPr>
          <a:xfrm>
            <a:off x="9505950" y="171450"/>
            <a:ext cx="6477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326" dirty="0"/>
          </a:p>
        </p:txBody>
      </p:sp>
      <p:sp>
        <p:nvSpPr>
          <p:cNvPr id="96" name="Text 93"/>
          <p:cNvSpPr/>
          <p:nvPr/>
        </p:nvSpPr>
        <p:spPr>
          <a:xfrm>
            <a:off x="9496425" y="34290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92" dirty="0"/>
          </a:p>
        </p:txBody>
      </p:sp>
      <p:sp>
        <p:nvSpPr>
          <p:cNvPr id="97" name="Text 94"/>
          <p:cNvSpPr/>
          <p:nvPr/>
        </p:nvSpPr>
        <p:spPr>
          <a:xfrm>
            <a:off x="9505950" y="733425"/>
            <a:ext cx="495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14" dirty="0"/>
          </a:p>
        </p:txBody>
      </p:sp>
      <p:sp>
        <p:nvSpPr>
          <p:cNvPr id="98" name="Text 95"/>
          <p:cNvSpPr/>
          <p:nvPr/>
        </p:nvSpPr>
        <p:spPr>
          <a:xfrm>
            <a:off x="9639300" y="100012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858" dirty="0"/>
          </a:p>
        </p:txBody>
      </p:sp>
      <p:sp>
        <p:nvSpPr>
          <p:cNvPr id="99" name="Text 96"/>
          <p:cNvSpPr/>
          <p:nvPr/>
        </p:nvSpPr>
        <p:spPr>
          <a:xfrm>
            <a:off x="9639300" y="118110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858" dirty="0"/>
          </a:p>
        </p:txBody>
      </p:sp>
      <p:sp>
        <p:nvSpPr>
          <p:cNvPr id="100" name="Text 97"/>
          <p:cNvSpPr/>
          <p:nvPr/>
        </p:nvSpPr>
        <p:spPr>
          <a:xfrm>
            <a:off x="9639300" y="137160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858" dirty="0"/>
          </a:p>
        </p:txBody>
      </p:sp>
      <p:sp>
        <p:nvSpPr>
          <p:cNvPr id="101" name="Text 98"/>
          <p:cNvSpPr/>
          <p:nvPr/>
        </p:nvSpPr>
        <p:spPr>
          <a:xfrm>
            <a:off x="9639300" y="155257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858" dirty="0"/>
          </a:p>
        </p:txBody>
      </p:sp>
      <p:sp>
        <p:nvSpPr>
          <p:cNvPr id="102" name="Text 99"/>
          <p:cNvSpPr/>
          <p:nvPr/>
        </p:nvSpPr>
        <p:spPr>
          <a:xfrm>
            <a:off x="9639300" y="173355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858" dirty="0"/>
          </a:p>
        </p:txBody>
      </p:sp>
      <p:sp>
        <p:nvSpPr>
          <p:cNvPr id="103" name="Text 100"/>
          <p:cNvSpPr/>
          <p:nvPr/>
        </p:nvSpPr>
        <p:spPr>
          <a:xfrm>
            <a:off x="9477375" y="2371725"/>
            <a:ext cx="809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92" dirty="0"/>
          </a:p>
        </p:txBody>
      </p:sp>
      <p:sp>
        <p:nvSpPr>
          <p:cNvPr id="104" name="Text 101"/>
          <p:cNvSpPr/>
          <p:nvPr/>
        </p:nvSpPr>
        <p:spPr>
          <a:xfrm>
            <a:off x="9639300" y="265747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858" dirty="0"/>
          </a:p>
        </p:txBody>
      </p:sp>
      <p:sp>
        <p:nvSpPr>
          <p:cNvPr id="105" name="Text 102"/>
          <p:cNvSpPr/>
          <p:nvPr/>
        </p:nvSpPr>
        <p:spPr>
          <a:xfrm>
            <a:off x="9639300" y="2847975"/>
            <a:ext cx="7810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858" dirty="0"/>
          </a:p>
        </p:txBody>
      </p:sp>
      <p:sp>
        <p:nvSpPr>
          <p:cNvPr id="106" name="Text 103"/>
          <p:cNvSpPr/>
          <p:nvPr/>
        </p:nvSpPr>
        <p:spPr>
          <a:xfrm>
            <a:off x="9639300" y="302895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858" dirty="0"/>
          </a:p>
        </p:txBody>
      </p:sp>
      <p:sp>
        <p:nvSpPr>
          <p:cNvPr id="107" name="Text 104"/>
          <p:cNvSpPr/>
          <p:nvPr/>
        </p:nvSpPr>
        <p:spPr>
          <a:xfrm>
            <a:off x="9639300" y="320992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858" dirty="0"/>
          </a:p>
        </p:txBody>
      </p:sp>
      <p:sp>
        <p:nvSpPr>
          <p:cNvPr id="108" name="Text 105"/>
          <p:cNvSpPr/>
          <p:nvPr/>
        </p:nvSpPr>
        <p:spPr>
          <a:xfrm>
            <a:off x="9639300" y="340042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858" dirty="0"/>
          </a:p>
        </p:txBody>
      </p:sp>
      <p:sp>
        <p:nvSpPr>
          <p:cNvPr id="109" name="Text 106"/>
          <p:cNvSpPr/>
          <p:nvPr/>
        </p:nvSpPr>
        <p:spPr>
          <a:xfrm>
            <a:off x="9505950" y="3990975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92" dirty="0"/>
          </a:p>
        </p:txBody>
      </p:sp>
      <p:sp>
        <p:nvSpPr>
          <p:cNvPr id="110" name="Text 107"/>
          <p:cNvSpPr/>
          <p:nvPr/>
        </p:nvSpPr>
        <p:spPr>
          <a:xfrm>
            <a:off x="9639300" y="426720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858" dirty="0"/>
          </a:p>
        </p:txBody>
      </p:sp>
      <p:sp>
        <p:nvSpPr>
          <p:cNvPr id="111" name="Text 108"/>
          <p:cNvSpPr/>
          <p:nvPr/>
        </p:nvSpPr>
        <p:spPr>
          <a:xfrm>
            <a:off x="9639300" y="445770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858" dirty="0"/>
          </a:p>
        </p:txBody>
      </p:sp>
      <p:sp>
        <p:nvSpPr>
          <p:cNvPr id="112" name="Text 109"/>
          <p:cNvSpPr/>
          <p:nvPr/>
        </p:nvSpPr>
        <p:spPr>
          <a:xfrm>
            <a:off x="9639300" y="4638675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858" dirty="0"/>
          </a:p>
        </p:txBody>
      </p:sp>
      <p:sp>
        <p:nvSpPr>
          <p:cNvPr id="113" name="Text 110"/>
          <p:cNvSpPr/>
          <p:nvPr/>
        </p:nvSpPr>
        <p:spPr>
          <a:xfrm>
            <a:off x="9639300" y="481965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858" dirty="0"/>
          </a:p>
        </p:txBody>
      </p:sp>
      <p:sp>
        <p:nvSpPr>
          <p:cNvPr id="114" name="Text 111"/>
          <p:cNvSpPr/>
          <p:nvPr/>
        </p:nvSpPr>
        <p:spPr>
          <a:xfrm>
            <a:off x="9639300" y="5010150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858" dirty="0"/>
          </a:p>
        </p:txBody>
      </p:sp>
      <p:sp>
        <p:nvSpPr>
          <p:cNvPr id="115" name="Text 112"/>
          <p:cNvSpPr/>
          <p:nvPr/>
        </p:nvSpPr>
        <p:spPr>
          <a:xfrm>
            <a:off x="11153775" y="171450"/>
            <a:ext cx="6381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326" dirty="0"/>
          </a:p>
        </p:txBody>
      </p:sp>
      <p:sp>
        <p:nvSpPr>
          <p:cNvPr id="116" name="Text 113"/>
          <p:cNvSpPr/>
          <p:nvPr/>
        </p:nvSpPr>
        <p:spPr>
          <a:xfrm>
            <a:off x="11153775" y="342900"/>
            <a:ext cx="647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92" dirty="0"/>
          </a:p>
        </p:txBody>
      </p:sp>
      <p:sp>
        <p:nvSpPr>
          <p:cNvPr id="117" name="Text 114"/>
          <p:cNvSpPr/>
          <p:nvPr/>
        </p:nvSpPr>
        <p:spPr>
          <a:xfrm>
            <a:off x="11096625" y="771525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8" dirty="0"/>
          </a:p>
        </p:txBody>
      </p:sp>
      <p:sp>
        <p:nvSpPr>
          <p:cNvPr id="118" name="Text 115"/>
          <p:cNvSpPr/>
          <p:nvPr/>
        </p:nvSpPr>
        <p:spPr>
          <a:xfrm>
            <a:off x="11401425" y="847725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14" dirty="0"/>
          </a:p>
        </p:txBody>
      </p:sp>
      <p:sp>
        <p:nvSpPr>
          <p:cNvPr id="119" name="Text 116"/>
          <p:cNvSpPr/>
          <p:nvPr/>
        </p:nvSpPr>
        <p:spPr>
          <a:xfrm>
            <a:off x="11372850" y="1123950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36" dirty="0"/>
          </a:p>
        </p:txBody>
      </p:sp>
      <p:sp>
        <p:nvSpPr>
          <p:cNvPr id="120" name="Text 117"/>
          <p:cNvSpPr/>
          <p:nvPr/>
        </p:nvSpPr>
        <p:spPr>
          <a:xfrm>
            <a:off x="11372850" y="1276350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36" dirty="0"/>
          </a:p>
        </p:txBody>
      </p:sp>
      <p:sp>
        <p:nvSpPr>
          <p:cNvPr id="121" name="Text 118"/>
          <p:cNvSpPr/>
          <p:nvPr/>
        </p:nvSpPr>
        <p:spPr>
          <a:xfrm>
            <a:off x="11096625" y="1790700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8" dirty="0"/>
          </a:p>
        </p:txBody>
      </p:sp>
      <p:sp>
        <p:nvSpPr>
          <p:cNvPr id="122" name="Text 119"/>
          <p:cNvSpPr/>
          <p:nvPr/>
        </p:nvSpPr>
        <p:spPr>
          <a:xfrm>
            <a:off x="11401425" y="1866900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14" dirty="0"/>
          </a:p>
        </p:txBody>
      </p:sp>
      <p:sp>
        <p:nvSpPr>
          <p:cNvPr id="123" name="Text 120"/>
          <p:cNvSpPr/>
          <p:nvPr/>
        </p:nvSpPr>
        <p:spPr>
          <a:xfrm>
            <a:off x="11382375" y="2143125"/>
            <a:ext cx="5619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36" dirty="0"/>
          </a:p>
        </p:txBody>
      </p:sp>
      <p:sp>
        <p:nvSpPr>
          <p:cNvPr id="124" name="Text 121"/>
          <p:cNvSpPr/>
          <p:nvPr/>
        </p:nvSpPr>
        <p:spPr>
          <a:xfrm>
            <a:off x="11372850" y="2286000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36" dirty="0"/>
          </a:p>
        </p:txBody>
      </p:sp>
      <p:sp>
        <p:nvSpPr>
          <p:cNvPr id="125" name="Text 122"/>
          <p:cNvSpPr/>
          <p:nvPr/>
        </p:nvSpPr>
        <p:spPr>
          <a:xfrm>
            <a:off x="11096625" y="2800350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8" dirty="0"/>
          </a:p>
        </p:txBody>
      </p:sp>
      <p:sp>
        <p:nvSpPr>
          <p:cNvPr id="126" name="Text 123"/>
          <p:cNvSpPr/>
          <p:nvPr/>
        </p:nvSpPr>
        <p:spPr>
          <a:xfrm>
            <a:off x="11401425" y="2886075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14" dirty="0"/>
          </a:p>
        </p:txBody>
      </p:sp>
      <p:sp>
        <p:nvSpPr>
          <p:cNvPr id="127" name="Text 124"/>
          <p:cNvSpPr/>
          <p:nvPr/>
        </p:nvSpPr>
        <p:spPr>
          <a:xfrm>
            <a:off x="11372850" y="3162300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36" dirty="0"/>
          </a:p>
        </p:txBody>
      </p:sp>
      <p:sp>
        <p:nvSpPr>
          <p:cNvPr id="128" name="Text 125"/>
          <p:cNvSpPr/>
          <p:nvPr/>
        </p:nvSpPr>
        <p:spPr>
          <a:xfrm>
            <a:off x="11372850" y="33051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36" dirty="0"/>
          </a:p>
        </p:txBody>
      </p:sp>
      <p:sp>
        <p:nvSpPr>
          <p:cNvPr id="129" name="Text 126"/>
          <p:cNvSpPr/>
          <p:nvPr/>
        </p:nvSpPr>
        <p:spPr>
          <a:xfrm>
            <a:off x="11096625" y="3819525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8" dirty="0"/>
          </a:p>
        </p:txBody>
      </p:sp>
      <p:sp>
        <p:nvSpPr>
          <p:cNvPr id="130" name="Text 127"/>
          <p:cNvSpPr/>
          <p:nvPr/>
        </p:nvSpPr>
        <p:spPr>
          <a:xfrm>
            <a:off x="11401425" y="3905250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14" dirty="0"/>
          </a:p>
        </p:txBody>
      </p:sp>
      <p:sp>
        <p:nvSpPr>
          <p:cNvPr id="131" name="Text 128"/>
          <p:cNvSpPr/>
          <p:nvPr/>
        </p:nvSpPr>
        <p:spPr>
          <a:xfrm>
            <a:off x="11372850" y="4181475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36" dirty="0"/>
          </a:p>
        </p:txBody>
      </p:sp>
      <p:sp>
        <p:nvSpPr>
          <p:cNvPr id="132" name="Text 129"/>
          <p:cNvSpPr/>
          <p:nvPr/>
        </p:nvSpPr>
        <p:spPr>
          <a:xfrm>
            <a:off x="11372850" y="4324350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36" dirty="0"/>
          </a:p>
        </p:txBody>
      </p:sp>
      <p:sp>
        <p:nvSpPr>
          <p:cNvPr id="133" name="Text 130"/>
          <p:cNvSpPr/>
          <p:nvPr/>
        </p:nvSpPr>
        <p:spPr>
          <a:xfrm>
            <a:off x="11096625" y="4829175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8" dirty="0"/>
          </a:p>
        </p:txBody>
      </p:sp>
      <p:sp>
        <p:nvSpPr>
          <p:cNvPr id="134" name="Text 131"/>
          <p:cNvSpPr/>
          <p:nvPr/>
        </p:nvSpPr>
        <p:spPr>
          <a:xfrm>
            <a:off x="11401425" y="4914900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14" dirty="0"/>
          </a:p>
        </p:txBody>
      </p:sp>
      <p:sp>
        <p:nvSpPr>
          <p:cNvPr id="135" name="Text 132"/>
          <p:cNvSpPr/>
          <p:nvPr/>
        </p:nvSpPr>
        <p:spPr>
          <a:xfrm>
            <a:off x="11372850" y="519112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36" dirty="0"/>
          </a:p>
        </p:txBody>
      </p:sp>
      <p:sp>
        <p:nvSpPr>
          <p:cNvPr id="136" name="Text 133"/>
          <p:cNvSpPr/>
          <p:nvPr/>
        </p:nvSpPr>
        <p:spPr>
          <a:xfrm>
            <a:off x="11372850" y="5334000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36" dirty="0"/>
          </a:p>
        </p:txBody>
      </p:sp>
      <p:sp>
        <p:nvSpPr>
          <p:cNvPr id="137" name="Text 134"/>
          <p:cNvSpPr/>
          <p:nvPr/>
        </p:nvSpPr>
        <p:spPr>
          <a:xfrm>
            <a:off x="11096625" y="5848350"/>
            <a:ext cx="57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8" dirty="0"/>
          </a:p>
        </p:txBody>
      </p:sp>
      <p:sp>
        <p:nvSpPr>
          <p:cNvPr id="138" name="Text 135"/>
          <p:cNvSpPr/>
          <p:nvPr/>
        </p:nvSpPr>
        <p:spPr>
          <a:xfrm>
            <a:off x="11401425" y="5934075"/>
            <a:ext cx="485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4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14" dirty="0"/>
          </a:p>
        </p:txBody>
      </p:sp>
      <p:sp>
        <p:nvSpPr>
          <p:cNvPr id="139" name="Text 136"/>
          <p:cNvSpPr/>
          <p:nvPr/>
        </p:nvSpPr>
        <p:spPr>
          <a:xfrm>
            <a:off x="11372850" y="6210300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36" dirty="0"/>
          </a:p>
        </p:txBody>
      </p:sp>
      <p:sp>
        <p:nvSpPr>
          <p:cNvPr id="140" name="Text 137"/>
          <p:cNvSpPr/>
          <p:nvPr/>
        </p:nvSpPr>
        <p:spPr>
          <a:xfrm>
            <a:off x="11372850" y="6353175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36" dirty="0"/>
          </a:p>
        </p:txBody>
      </p:sp>
      <p:sp>
        <p:nvSpPr>
          <p:cNvPr id="141" name="Text 138"/>
          <p:cNvSpPr/>
          <p:nvPr/>
        </p:nvSpPr>
        <p:spPr>
          <a:xfrm>
            <a:off x="390525" y="6010275"/>
            <a:ext cx="809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482" dirty="0"/>
          </a:p>
        </p:txBody>
      </p:sp>
      <p:sp>
        <p:nvSpPr>
          <p:cNvPr id="142" name="Text 139"/>
          <p:cNvSpPr/>
          <p:nvPr/>
        </p:nvSpPr>
        <p:spPr>
          <a:xfrm>
            <a:off x="171450" y="6286500"/>
            <a:ext cx="1247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326" dirty="0"/>
          </a:p>
        </p:txBody>
      </p:sp>
      <p:sp>
        <p:nvSpPr>
          <p:cNvPr id="143" name="Text 140"/>
          <p:cNvSpPr/>
          <p:nvPr/>
        </p:nvSpPr>
        <p:spPr>
          <a:xfrm>
            <a:off x="2343150" y="5915025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92" dirty="0"/>
          </a:p>
        </p:txBody>
      </p:sp>
      <p:sp>
        <p:nvSpPr>
          <p:cNvPr id="144" name="Text 141"/>
          <p:cNvSpPr/>
          <p:nvPr/>
        </p:nvSpPr>
        <p:spPr>
          <a:xfrm>
            <a:off x="2438400" y="6181725"/>
            <a:ext cx="800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858" dirty="0"/>
          </a:p>
        </p:txBody>
      </p:sp>
      <p:sp>
        <p:nvSpPr>
          <p:cNvPr id="145" name="Text 142"/>
          <p:cNvSpPr/>
          <p:nvPr/>
        </p:nvSpPr>
        <p:spPr>
          <a:xfrm>
            <a:off x="2438400" y="636270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858" dirty="0"/>
          </a:p>
        </p:txBody>
      </p:sp>
      <p:sp>
        <p:nvSpPr>
          <p:cNvPr id="146" name="Text 143"/>
          <p:cNvSpPr/>
          <p:nvPr/>
        </p:nvSpPr>
        <p:spPr>
          <a:xfrm>
            <a:off x="2438400" y="6534150"/>
            <a:ext cx="7048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858" dirty="0"/>
          </a:p>
        </p:txBody>
      </p:sp>
      <p:sp>
        <p:nvSpPr>
          <p:cNvPr id="147" name="Text 144"/>
          <p:cNvSpPr/>
          <p:nvPr/>
        </p:nvSpPr>
        <p:spPr>
          <a:xfrm>
            <a:off x="4076700" y="5915025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92" dirty="0"/>
          </a:p>
        </p:txBody>
      </p:sp>
      <p:sp>
        <p:nvSpPr>
          <p:cNvPr id="148" name="Text 145"/>
          <p:cNvSpPr/>
          <p:nvPr/>
        </p:nvSpPr>
        <p:spPr>
          <a:xfrm>
            <a:off x="4162425" y="6181725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858" dirty="0"/>
          </a:p>
        </p:txBody>
      </p:sp>
      <p:sp>
        <p:nvSpPr>
          <p:cNvPr id="149" name="Text 146"/>
          <p:cNvSpPr/>
          <p:nvPr/>
        </p:nvSpPr>
        <p:spPr>
          <a:xfrm>
            <a:off x="4162425" y="636270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858" dirty="0"/>
          </a:p>
        </p:txBody>
      </p:sp>
      <p:sp>
        <p:nvSpPr>
          <p:cNvPr id="150" name="Text 147"/>
          <p:cNvSpPr/>
          <p:nvPr/>
        </p:nvSpPr>
        <p:spPr>
          <a:xfrm>
            <a:off x="4162425" y="6534150"/>
            <a:ext cx="800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858" dirty="0"/>
          </a:p>
        </p:txBody>
      </p:sp>
      <p:sp>
        <p:nvSpPr>
          <p:cNvPr id="151" name="Text 148"/>
          <p:cNvSpPr/>
          <p:nvPr/>
        </p:nvSpPr>
        <p:spPr>
          <a:xfrm>
            <a:off x="5867400" y="5915025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92" dirty="0"/>
          </a:p>
        </p:txBody>
      </p:sp>
      <p:sp>
        <p:nvSpPr>
          <p:cNvPr id="152" name="Text 149"/>
          <p:cNvSpPr/>
          <p:nvPr/>
        </p:nvSpPr>
        <p:spPr>
          <a:xfrm>
            <a:off x="5943600" y="6181725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858" dirty="0"/>
          </a:p>
        </p:txBody>
      </p:sp>
      <p:sp>
        <p:nvSpPr>
          <p:cNvPr id="153" name="Text 150"/>
          <p:cNvSpPr/>
          <p:nvPr/>
        </p:nvSpPr>
        <p:spPr>
          <a:xfrm>
            <a:off x="5943600" y="636270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858" dirty="0"/>
          </a:p>
        </p:txBody>
      </p:sp>
      <p:sp>
        <p:nvSpPr>
          <p:cNvPr id="154" name="Text 151"/>
          <p:cNvSpPr/>
          <p:nvPr/>
        </p:nvSpPr>
        <p:spPr>
          <a:xfrm>
            <a:off x="5943600" y="653415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858" dirty="0"/>
          </a:p>
        </p:txBody>
      </p:sp>
      <p:sp>
        <p:nvSpPr>
          <p:cNvPr id="155" name="Text 152"/>
          <p:cNvSpPr/>
          <p:nvPr/>
        </p:nvSpPr>
        <p:spPr>
          <a:xfrm>
            <a:off x="7677150" y="5915025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92" dirty="0"/>
          </a:p>
        </p:txBody>
      </p:sp>
      <p:sp>
        <p:nvSpPr>
          <p:cNvPr id="156" name="Text 153"/>
          <p:cNvSpPr/>
          <p:nvPr/>
        </p:nvSpPr>
        <p:spPr>
          <a:xfrm>
            <a:off x="7753350" y="6181725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858" dirty="0"/>
          </a:p>
        </p:txBody>
      </p:sp>
      <p:sp>
        <p:nvSpPr>
          <p:cNvPr id="157" name="Text 154"/>
          <p:cNvSpPr/>
          <p:nvPr/>
        </p:nvSpPr>
        <p:spPr>
          <a:xfrm>
            <a:off x="7753350" y="636270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858" dirty="0"/>
          </a:p>
        </p:txBody>
      </p:sp>
      <p:sp>
        <p:nvSpPr>
          <p:cNvPr id="158" name="Text 155"/>
          <p:cNvSpPr/>
          <p:nvPr/>
        </p:nvSpPr>
        <p:spPr>
          <a:xfrm>
            <a:off x="7753350" y="653415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858" dirty="0"/>
          </a:p>
        </p:txBody>
      </p:sp>
      <p:sp>
        <p:nvSpPr>
          <p:cNvPr id="159" name="Text 156"/>
          <p:cNvSpPr/>
          <p:nvPr/>
        </p:nvSpPr>
        <p:spPr>
          <a:xfrm>
            <a:off x="9486900" y="5915025"/>
            <a:ext cx="7143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92" dirty="0"/>
          </a:p>
        </p:txBody>
      </p:sp>
      <p:sp>
        <p:nvSpPr>
          <p:cNvPr id="160" name="Text 157"/>
          <p:cNvSpPr/>
          <p:nvPr/>
        </p:nvSpPr>
        <p:spPr>
          <a:xfrm>
            <a:off x="9563100" y="6181725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858" dirty="0"/>
          </a:p>
        </p:txBody>
      </p:sp>
      <p:sp>
        <p:nvSpPr>
          <p:cNvPr id="161" name="Text 158"/>
          <p:cNvSpPr/>
          <p:nvPr/>
        </p:nvSpPr>
        <p:spPr>
          <a:xfrm>
            <a:off x="9563100" y="636270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858" dirty="0"/>
          </a:p>
        </p:txBody>
      </p:sp>
      <p:sp>
        <p:nvSpPr>
          <p:cNvPr id="162" name="Text 159"/>
          <p:cNvSpPr/>
          <p:nvPr/>
        </p:nvSpPr>
        <p:spPr>
          <a:xfrm>
            <a:off x="9563100" y="6534150"/>
            <a:ext cx="714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85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2026-07-05T03:09:33Z</dcterms:created>
  <dcterms:modified xsi:type="dcterms:W3CDTF">2026-07-05T03:09:33Z</dcterms:modified>
</cp:coreProperties>
</file>