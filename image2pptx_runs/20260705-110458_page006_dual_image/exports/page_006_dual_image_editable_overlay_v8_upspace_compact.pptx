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5529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2611" y="729615"/>
            <a:ext cx="101692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2000" y="93154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275" y="938213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000" y="111252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275" y="945356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62000" y="12934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275" y="1092041"/>
            <a:ext cx="3810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62000" y="14506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275" y="14525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62000" y="1584008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6017" y="19297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62000" y="21555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6275" y="1959769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62000" y="23174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76275" y="2319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62000" y="2488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76275" y="24907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2000" y="2641283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76275" y="2643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62000" y="27936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017" y="31489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62000" y="33747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6275" y="33766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762000" y="3536633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76275" y="35385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62000" y="3698558"/>
            <a:ext cx="106299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76275" y="37004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762000" y="38604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76275" y="3862387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62000" y="4012883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0997" y="4371975"/>
            <a:ext cx="12401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62000" y="4593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76275" y="4595812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62000" y="47558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76275" y="47577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62000" y="4917758"/>
            <a:ext cx="105236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76275" y="4919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62000" y="50892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76275" y="50911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62000" y="5232082"/>
            <a:ext cx="266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18087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305175" y="996315"/>
            <a:ext cx="8716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219450" y="100060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305175" y="1143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219450" y="1147286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05175" y="1289685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219450" y="129397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305175" y="143637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219450" y="144065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066824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238750" y="99631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153025" y="100060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238750" y="1143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153025" y="1147286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38750" y="12896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153025" y="129397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238750" y="143637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153025" y="144065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7000399" y="720090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162800" y="99631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77075" y="100060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162800" y="114300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7077075" y="1147286"/>
            <a:ext cx="38100" cy="128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162800" y="128968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7077075" y="129397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162800" y="143637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7077075" y="144065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18087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305175" y="222504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219450" y="222932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305175" y="237172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219450" y="237601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305175" y="2518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219450" y="2522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305175" y="26650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219450" y="266938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066824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238750" y="222504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153025" y="222932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238750" y="237172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153025" y="237601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238750" y="2518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153025" y="2522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238750" y="266509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153025" y="266938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7000399" y="194881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162800" y="222504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077075" y="222932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162800" y="237172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7077075" y="237601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162800" y="251841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7077075" y="252269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162800" y="266509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7077075" y="266938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18087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305175" y="346329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219450" y="346757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0997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219450" y="361426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305175" y="3756660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219450" y="37609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305175" y="390334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219450" y="390763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066824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238750" y="346329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153025" y="346757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0997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153025" y="361426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238750" y="37566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153025" y="37609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238750" y="390334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153025" y="390763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7000399" y="3187065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162800" y="346329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7077075" y="346757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09975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7077075" y="361426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162800" y="3756660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7077075" y="3760946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162800" y="3903345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7077075" y="3907631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414861" y="2466975"/>
            <a:ext cx="6200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2530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53" name="Text 150"/>
          <p:cNvSpPr/>
          <p:nvPr/>
        </p:nvSpPr>
        <p:spPr>
          <a:xfrm>
            <a:off x="3962095" y="4533900"/>
            <a:ext cx="2877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290512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38290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791075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772150" y="499205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734175" y="4887278"/>
            <a:ext cx="60767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867525" y="5030153"/>
            <a:ext cx="31003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724775" y="488727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848600" y="5030153"/>
            <a:ext cx="46505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9282474" y="339090"/>
            <a:ext cx="108513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9505950" y="724852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639300" y="9934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553575" y="9953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744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553575" y="11763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649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553575" y="13668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459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553575" y="15478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268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553575" y="17287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9262110" y="2367915"/>
            <a:ext cx="124015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639300" y="26508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553575" y="26527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130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553575" y="28432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22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553575" y="30241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32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553575" y="32051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639300" y="33937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553575" y="33956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9364742" y="398716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639300" y="42605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553575" y="42624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103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553575" y="4452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20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553575" y="463391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298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553575" y="48148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03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553575" y="5005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1012567" y="339090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1401425" y="728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1372850" y="93630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1315700" y="11191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082993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1315700" y="1271588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74783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1382375" y="195548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1325225" y="2138363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10216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1315700" y="210169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757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1372850" y="296513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1315700" y="296465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111817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1315700" y="311134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77666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1372850" y="398430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1315700" y="398383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130993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1315700" y="413051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786313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1372850" y="4993958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1315700" y="499348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140643"/>
            <a:ext cx="5314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1315700" y="514016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805488"/>
            <a:ext cx="62007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1372850" y="6013132"/>
            <a:ext cx="66436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1315700" y="6012656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15981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1315700" y="6159341"/>
            <a:ext cx="3810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0" y="6286500"/>
            <a:ext cx="170521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235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438400" y="6175058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3526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3526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3526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39688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162425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076700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076700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27482"/>
            <a:ext cx="9301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076700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7595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436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578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578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578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56927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75335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66762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66762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66762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9379029" y="5911215"/>
            <a:ext cx="9301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563100" y="6175058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9477375" y="6176963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5603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9477375" y="635793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27482"/>
            <a:ext cx="79724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9477375" y="6529388"/>
            <a:ext cx="381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2026-07-05T05:01:58Z</dcterms:created>
  <dcterms:modified xsi:type="dcterms:W3CDTF">2026-07-05T05:01:58Z</dcterms:modified>
</cp:coreProperties>
</file>