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93154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93821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111252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945356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129349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1092041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45065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4525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584008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555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195976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317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319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888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907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64128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643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9368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74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76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36633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385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98558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7004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860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862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401288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939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9581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558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577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917758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919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892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911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232082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1002982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1193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38398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564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10029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193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383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564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10029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193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1383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564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231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4126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6031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7841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231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41268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6031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7841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231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4126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6031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78415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469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65093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84143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402240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469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650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841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402240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469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650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841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402240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253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724852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9934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9953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17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176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1364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1366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5459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5478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7268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728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6508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6527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4130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8432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30222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3024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2032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2051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3937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395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2605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2624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4510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452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6320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6339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812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81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03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5005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728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93630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1191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08299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74783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195548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2138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10216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10169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757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296513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296465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11181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11134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776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39843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398383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13099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13051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78631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499395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499348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140643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14016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805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0131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01265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15981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15934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7505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52748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2026-07-05T04:56:56Z</dcterms:created>
  <dcterms:modified xsi:type="dcterms:W3CDTF">2026-07-05T04:56:56Z</dcterms:modified>
</cp:coreProperties>
</file>