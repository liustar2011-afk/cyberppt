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6701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662487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5796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6701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2487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5796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701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2487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796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39475" y="738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39475" y="1757362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39475" y="2767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39475" y="3786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039475" y="4795837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39475" y="5815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450" y="171450"/>
            <a:ext cx="6572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5529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2611" y="729615"/>
            <a:ext cx="101692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62000" y="40309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6275" y="412147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62000" y="54985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275" y="558908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62000" y="9344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6275" y="943489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62000" y="1081202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6275" y="10854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62000" y="1227963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16017" y="19297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62000" y="213459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6275" y="213887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62000" y="228135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76275" y="22856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762000" y="242811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76275" y="243239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62000" y="2574874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76275" y="25791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62000" y="2721635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16017" y="31489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62000" y="335379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76275" y="335807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762000" y="3500552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76275" y="3504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62000" y="3647313"/>
            <a:ext cx="10629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76275" y="365159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762000" y="379407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76275" y="37983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762000" y="3940835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60997" y="4371975"/>
            <a:ext cx="12401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762000" y="457923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76275" y="458352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762000" y="472600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76275" y="473028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762000" y="4872761"/>
            <a:ext cx="10523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76275" y="487704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762000" y="501952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76275" y="502380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762000" y="5166284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3705225" y="171450"/>
            <a:ext cx="34004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276701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180874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305175" y="415290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219450" y="41957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305175" y="85557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219450" y="8598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05175" y="884149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219450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305175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219450" y="12322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662487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066824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238750" y="56205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153025" y="56633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238750" y="100233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153025" y="100662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238750" y="8841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153025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238750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153025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55796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7000399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7162800" y="70881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7077075" y="71309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7162800" y="1149096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7077075" y="115338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7162800" y="8841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7077075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162800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7077075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276701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180874" y="191757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305175" y="212239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219450" y="212668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305175" y="226916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219450" y="22734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305175" y="241592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219450" y="2420207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305175" y="25626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219450" y="272592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662487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066824" y="191757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238750" y="212239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153025" y="212668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238750" y="2269160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153025" y="22734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238750" y="241592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153025" y="2420207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238750" y="25626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153025" y="256696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55796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7000399" y="191757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7162800" y="212239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7077075" y="212668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7162800" y="226916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7077075" y="22734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7162800" y="241592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7077075" y="2420207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162800" y="256268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7077075" y="256696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276701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180874" y="31558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305175" y="33606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219450" y="33649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305175" y="3507410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219450" y="3511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305175" y="3654171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219450" y="36584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305175" y="38009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219450" y="394512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662487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066824" y="31558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238750" y="33606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153025" y="33649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238750" y="35074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153025" y="3511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238750" y="36541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153025" y="36584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238750" y="380093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153025" y="38052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55796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7000399" y="31558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7162800" y="33606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7077075" y="33649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7162800" y="35074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7077075" y="3511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7162800" y="36541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7077075" y="36584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7162800" y="380093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7077075" y="38052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8414861" y="2466975"/>
            <a:ext cx="62007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438775" y="432530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53" name="Text 150"/>
          <p:cNvSpPr/>
          <p:nvPr/>
        </p:nvSpPr>
        <p:spPr>
          <a:xfrm>
            <a:off x="3962095" y="4533900"/>
            <a:ext cx="28771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290512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38290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79107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7721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734175" y="4887278"/>
            <a:ext cx="60767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867525" y="5030153"/>
            <a:ext cx="31003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724775" y="488727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848600" y="5030153"/>
            <a:ext cx="46505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9505950" y="171450"/>
            <a:ext cx="6477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9282474" y="339090"/>
            <a:ext cx="108513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9505950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639300" y="40309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553575" y="407384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639300" y="54985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553575" y="55414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639300" y="8841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553575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639300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553575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639300" y="11776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553575" y="11819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9262110" y="2367915"/>
            <a:ext cx="124015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9639300" y="25727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553575" y="25770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639300" y="2719502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553575" y="27237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639300" y="28662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553575" y="28705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639300" y="301302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553575" y="301731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639300" y="315978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553575" y="316407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9364742" y="39871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639300" y="419199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553575" y="419627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639300" y="433875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553575" y="43430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639300" y="448551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553575" y="448979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639300" y="463227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553575" y="46365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639300" y="477903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553575" y="478332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1153775" y="171450"/>
            <a:ext cx="6381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1012567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1039475" y="747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1401425" y="839152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1372850" y="543916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1315700" y="543439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1372850" y="690677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1315700" y="69020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1039475" y="176688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1401425" y="1750886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1382375" y="1955711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1325225" y="1955235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1372850" y="210247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1315700" y="210199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1039475" y="2776538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1401425" y="2760536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1372850" y="2965361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1315700" y="2964885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1372850" y="311212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1315700" y="311164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1039475" y="3795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1401425" y="3779710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1372850" y="3984536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1315700" y="3984060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1372850" y="4131297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1315700" y="413082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1039475" y="480536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1401425" y="4789361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1372850" y="4994186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1315700" y="4993710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1372850" y="5140947"/>
            <a:ext cx="5314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1315700" y="514047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1039475" y="582453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1401425" y="5808536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1372850" y="6013361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1315700" y="6012885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1372850" y="616012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1315700" y="615964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390525" y="6010275"/>
            <a:ext cx="809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0" y="6286500"/>
            <a:ext cx="17052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2235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2438400" y="6116041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35267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2438400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352675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243840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35267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39688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162425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076700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162425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076700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162425" y="6409563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076700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7595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43600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5787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43600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57875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4360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5787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569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753350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66762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753350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667625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75335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66762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93790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563100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947737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563100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9477375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56310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947737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2026-07-05T05:09:14Z</dcterms:created>
  <dcterms:modified xsi:type="dcterms:W3CDTF">2026-07-05T05:09:14Z</dcterms:modified>
</cp:coreProperties>
</file>