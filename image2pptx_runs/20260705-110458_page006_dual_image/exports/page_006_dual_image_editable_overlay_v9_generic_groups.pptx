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41529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424339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56205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571100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70881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717861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85557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8598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589380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345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21388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2813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2856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281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323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57487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5791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216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537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580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00552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04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47313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6515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7940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7983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39408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7923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8352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26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3028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887925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89221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18144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33249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328209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884149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20296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20339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030910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7259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41592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70944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71950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723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50741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65417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38009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39451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0130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31083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30654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03255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60006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60435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253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543916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54820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8829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887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83743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841724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9841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9884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1309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13524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5727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5770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6626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8705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31597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31640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74683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75111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404035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404463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1919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1962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3387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3430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4855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4897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6322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6365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34686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503897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39152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173614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73566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69067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69020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750886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195571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195523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10247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10199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760536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296536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296488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11212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11164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77971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3984536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3984060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13129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13082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789361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4994186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4993710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140947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14047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808536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01336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01288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16012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15964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16041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7073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7030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7030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85413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849847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7073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5563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85413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84984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5606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5563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5606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84984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85413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7030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7073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2026-07-05T05:07:56Z</dcterms:created>
  <dcterms:modified xsi:type="dcterms:W3CDTF">2026-07-05T05:07:56Z</dcterms:modified>
</cp:coreProperties>
</file>