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9344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942537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10812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945356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12279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1090251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37472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3790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52148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345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19569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2813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2856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281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323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57487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5791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216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537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580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00552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04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47313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6515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7940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7983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39408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7923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8352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26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3028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872761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87704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1952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2380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166284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884149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177671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2322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3287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3287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26916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56268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50741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65417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38009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277201"/>
            <a:ext cx="62007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3287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47119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47548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5727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5770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71950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723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28662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28705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0130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0173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1597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1640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1919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1962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3387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3430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4855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4897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6322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6365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477903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47833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728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93348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07977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0802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74783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195266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209894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0994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10169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757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296231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2961837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109074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10859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776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398148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3940359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128249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12777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78631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499113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4990662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137899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13742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805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01031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009837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1570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15659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16041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40956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2026-07-05T05:49:04Z</dcterms:created>
  <dcterms:modified xsi:type="dcterms:W3CDTF">2026-07-05T05:49:04Z</dcterms:modified>
</cp:coreProperties>
</file>