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 firstSlideNum="6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0077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 CEC Red Divider"/>
          <p:cNvSpPr/>
          <p:nvPr/>
        </p:nvSpPr>
        <p:spPr>
          <a:xfrm>
            <a:off x="0" y="828675"/>
            <a:ext cx="12192000" cy="47625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sp>
        <p:nvSpPr>
          <p:cNvPr id="3" name="Master Page Number"/>
          <p:cNvSpPr txBox="1"/>
          <p:nvPr/>
        </p:nvSpPr>
        <p:spPr>
          <a:xfrm>
            <a:off x="11353800" y="6667500"/>
            <a:ext cx="51435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fld id="{B6D099E3-7963-419E-8517-724D2A193D43}" type="slidenum">
              <a:rPr lang="zh-CN" sz="1000" b="1" dirty="0">
                <a:solidFill>
                  <a:srgbClr val="666666"/>
                </a:solidFill>
                <a:latin typeface="Microsoft YaHei"/>
                <a:ea typeface="Microsoft YaHei"/>
              </a:rPr>
              <a:t>6</a:t>
            </a:fld>
          </a:p>
        </p:txBody>
      </p:sp>
      <p:pic>
        <p:nvPicPr>
          <p:cNvPr id="4" name="CEC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0" y="123825"/>
            <a:ext cx="2000250" cy="666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1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olumes/DOC/CyberPPT/image2pptx_runs/20260705-110458_page006_dual_image/project/images/normalized/page_006_background_1280x7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10363200" cy="58293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66360" y="1497330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877514" y="1497330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88668" y="1497330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66360" y="2549842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877514" y="2549842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88668" y="2549842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66360" y="3602355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77514" y="3602355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88668" y="3602355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297954" y="1541860"/>
            <a:ext cx="145732" cy="145732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297954" y="2408158"/>
            <a:ext cx="145732" cy="145732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297954" y="3266361"/>
            <a:ext cx="145732" cy="145732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297954" y="4132660"/>
            <a:ext cx="145732" cy="145732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297954" y="4990861"/>
            <a:ext cx="145732" cy="145732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297954" y="5857161"/>
            <a:ext cx="145732" cy="145732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83982" y="1060132"/>
            <a:ext cx="558641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数据基础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276100" y="1202626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（多源汇聚）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316119" y="1534573"/>
            <a:ext cx="864388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企业/业务数据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562100" y="170867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经营管理数据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489234" y="1715556"/>
            <a:ext cx="32385" cy="1012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1562100" y="183342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项目执行数据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489234" y="1717953"/>
            <a:ext cx="32385" cy="1012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1562100" y="195816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合同订单数据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489234" y="1841113"/>
            <a:ext cx="32385" cy="1012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1562100" y="2082915"/>
            <a:ext cx="790599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绩效与指标数据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489234" y="208655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1562100" y="2207662"/>
            <a:ext cx="226695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353014" y="2554700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内部职能数据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1562100" y="272880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人力资源数据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489234" y="2577807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1562100" y="285354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财务管理数据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489234" y="285719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1562100" y="2978296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法务合规数据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489234" y="2981939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1562100" y="3103043"/>
            <a:ext cx="790599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采购供应链数据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489234" y="3106686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1562100" y="3227790"/>
            <a:ext cx="226695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353014" y="3591020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外部公共数据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1562100" y="376512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工商税务数据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489234" y="376876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1562100" y="3889869"/>
            <a:ext cx="74090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信用/司法数据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489234" y="389351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1562100" y="4014616"/>
            <a:ext cx="903542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进出口与海关数据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489234" y="4018259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1562100" y="413936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宏观经济数据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489234" y="4143006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1562100" y="4264110"/>
            <a:ext cx="226695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1221247" y="4630579"/>
            <a:ext cx="1054132" cy="1376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外部专业机构数据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1562100" y="480675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评级评估数据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1489234" y="4810396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1562100" y="493150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行业基准数据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1489234" y="493514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1562100" y="5056247"/>
            <a:ext cx="89450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ESG/HSE评估数据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1489234" y="5059891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1562100" y="518099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风险情报数据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1489234" y="518463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1562100" y="5305741"/>
            <a:ext cx="226695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4063841" y="1060132"/>
            <a:ext cx="289036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核心能力评估空间（评估模型与能力引擎）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3266360" y="1505426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20" dirty="0"/>
          </a:p>
        </p:txBody>
      </p:sp>
      <p:sp>
        <p:nvSpPr>
          <p:cNvPr id="62" name="Text 59"/>
          <p:cNvSpPr/>
          <p:nvPr/>
        </p:nvSpPr>
        <p:spPr>
          <a:xfrm>
            <a:off x="3618143" y="149182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目录管理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3723799" y="1665927"/>
            <a:ext cx="74090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指标/能力目录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3650932" y="166957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3723799" y="1790674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评估维度管理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3650932" y="1794317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3723799" y="1915420"/>
            <a:ext cx="790599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分类与标签管理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3650932" y="196181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723799" y="204016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目录版本管理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3650932" y="204381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4877514" y="1505426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5221200" y="149182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身份认证</a:t>
            </a:r>
            <a:endParaRPr lang="en-US" sz="1050" dirty="0"/>
          </a:p>
        </p:txBody>
      </p:sp>
      <p:sp>
        <p:nvSpPr>
          <p:cNvPr id="73" name="Text 70"/>
          <p:cNvSpPr/>
          <p:nvPr/>
        </p:nvSpPr>
        <p:spPr>
          <a:xfrm>
            <a:off x="5367338" y="166592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主体身份管理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5294471" y="166957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5367338" y="1790674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人员身份管理</a:t>
            </a:r>
            <a:endParaRPr lang="en-US" sz="900" dirty="0"/>
          </a:p>
        </p:txBody>
      </p:sp>
      <p:sp>
        <p:nvSpPr>
          <p:cNvPr id="76" name="Text 73"/>
          <p:cNvSpPr/>
          <p:nvPr/>
        </p:nvSpPr>
        <p:spPr>
          <a:xfrm>
            <a:off x="5294471" y="1794317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5367338" y="191542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可信身份校验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5294471" y="191906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9" name="Text 76"/>
          <p:cNvSpPr/>
          <p:nvPr/>
        </p:nvSpPr>
        <p:spPr>
          <a:xfrm>
            <a:off x="5367338" y="204016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认证策略配置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294471" y="191906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1" name="Text 78"/>
          <p:cNvSpPr/>
          <p:nvPr/>
        </p:nvSpPr>
        <p:spPr>
          <a:xfrm>
            <a:off x="6488668" y="1505426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6864739" y="149182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授权控制</a:t>
            </a:r>
            <a:endParaRPr lang="en-US" sz="1050" dirty="0"/>
          </a:p>
        </p:txBody>
      </p:sp>
      <p:sp>
        <p:nvSpPr>
          <p:cNvPr id="83" name="Text 80"/>
          <p:cNvSpPr/>
          <p:nvPr/>
        </p:nvSpPr>
        <p:spPr>
          <a:xfrm>
            <a:off x="7002780" y="166592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数据资源授权</a:t>
            </a:r>
            <a:endParaRPr lang="en-US" sz="900" dirty="0"/>
          </a:p>
        </p:txBody>
      </p:sp>
      <p:sp>
        <p:nvSpPr>
          <p:cNvPr id="84" name="Text 81"/>
          <p:cNvSpPr/>
          <p:nvPr/>
        </p:nvSpPr>
        <p:spPr>
          <a:xfrm>
            <a:off x="6929914" y="166957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5" name="Text 82"/>
          <p:cNvSpPr/>
          <p:nvPr/>
        </p:nvSpPr>
        <p:spPr>
          <a:xfrm>
            <a:off x="7002780" y="1790674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能力访问授权</a:t>
            </a:r>
            <a:endParaRPr lang="en-US" sz="900" dirty="0"/>
          </a:p>
        </p:txBody>
      </p:sp>
      <p:sp>
        <p:nvSpPr>
          <p:cNvPr id="86" name="Text 83"/>
          <p:cNvSpPr/>
          <p:nvPr/>
        </p:nvSpPr>
        <p:spPr>
          <a:xfrm>
            <a:off x="6929914" y="1794317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7" name="Text 84"/>
          <p:cNvSpPr/>
          <p:nvPr/>
        </p:nvSpPr>
        <p:spPr>
          <a:xfrm>
            <a:off x="7002780" y="191542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角色权限管理</a:t>
            </a:r>
            <a:endParaRPr lang="en-US" sz="900" dirty="0"/>
          </a:p>
        </p:txBody>
      </p:sp>
      <p:sp>
        <p:nvSpPr>
          <p:cNvPr id="88" name="Text 85"/>
          <p:cNvSpPr/>
          <p:nvPr/>
        </p:nvSpPr>
        <p:spPr>
          <a:xfrm>
            <a:off x="6929914" y="191906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7002780" y="204016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授权策略管理</a:t>
            </a:r>
            <a:endParaRPr lang="en-US" sz="900" dirty="0"/>
          </a:p>
        </p:txBody>
      </p:sp>
      <p:sp>
        <p:nvSpPr>
          <p:cNvPr id="90" name="Text 87"/>
          <p:cNvSpPr/>
          <p:nvPr/>
        </p:nvSpPr>
        <p:spPr>
          <a:xfrm>
            <a:off x="6929914" y="204381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3266360" y="2557939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20" dirty="0"/>
          </a:p>
        </p:txBody>
      </p:sp>
      <p:sp>
        <p:nvSpPr>
          <p:cNvPr id="92" name="Text 89"/>
          <p:cNvSpPr/>
          <p:nvPr/>
        </p:nvSpPr>
        <p:spPr>
          <a:xfrm>
            <a:off x="3618143" y="2544337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规则调用</a:t>
            </a:r>
            <a:endParaRPr lang="en-US" sz="1050" dirty="0"/>
          </a:p>
        </p:txBody>
      </p:sp>
      <p:sp>
        <p:nvSpPr>
          <p:cNvPr id="93" name="Text 90"/>
          <p:cNvSpPr/>
          <p:nvPr/>
        </p:nvSpPr>
        <p:spPr>
          <a:xfrm>
            <a:off x="3723799" y="271843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评估规则引擎</a:t>
            </a:r>
            <a:endParaRPr lang="en-US" sz="900" dirty="0"/>
          </a:p>
        </p:txBody>
      </p:sp>
      <p:sp>
        <p:nvSpPr>
          <p:cNvPr id="94" name="Text 91"/>
          <p:cNvSpPr/>
          <p:nvPr/>
        </p:nvSpPr>
        <p:spPr>
          <a:xfrm>
            <a:off x="3650932" y="272208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5" name="Text 92"/>
          <p:cNvSpPr/>
          <p:nvPr/>
        </p:nvSpPr>
        <p:spPr>
          <a:xfrm>
            <a:off x="3723799" y="2843186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评分算法管理</a:t>
            </a:r>
            <a:endParaRPr lang="en-US" sz="900" dirty="0"/>
          </a:p>
        </p:txBody>
      </p:sp>
      <p:sp>
        <p:nvSpPr>
          <p:cNvPr id="96" name="Text 93"/>
          <p:cNvSpPr/>
          <p:nvPr/>
        </p:nvSpPr>
        <p:spPr>
          <a:xfrm>
            <a:off x="3650932" y="2846829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7" name="Text 94"/>
          <p:cNvSpPr/>
          <p:nvPr/>
        </p:nvSpPr>
        <p:spPr>
          <a:xfrm>
            <a:off x="3723799" y="296793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规则版本管理</a:t>
            </a:r>
            <a:endParaRPr lang="en-US" sz="900" dirty="0"/>
          </a:p>
        </p:txBody>
      </p:sp>
      <p:sp>
        <p:nvSpPr>
          <p:cNvPr id="98" name="Text 95"/>
          <p:cNvSpPr/>
          <p:nvPr/>
        </p:nvSpPr>
        <p:spPr>
          <a:xfrm>
            <a:off x="3650932" y="2971576"/>
            <a:ext cx="32385" cy="1092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723799" y="309268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规则执行日志</a:t>
            </a:r>
            <a:endParaRPr lang="en-US" sz="900" dirty="0"/>
          </a:p>
        </p:txBody>
      </p:sp>
      <p:sp>
        <p:nvSpPr>
          <p:cNvPr id="100" name="Text 97"/>
          <p:cNvSpPr/>
          <p:nvPr/>
        </p:nvSpPr>
        <p:spPr>
          <a:xfrm>
            <a:off x="3650932" y="309632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1" name="Text 98"/>
          <p:cNvSpPr/>
          <p:nvPr/>
        </p:nvSpPr>
        <p:spPr>
          <a:xfrm>
            <a:off x="4877514" y="2557939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20" dirty="0"/>
          </a:p>
        </p:txBody>
      </p:sp>
      <p:sp>
        <p:nvSpPr>
          <p:cNvPr id="102" name="Text 99"/>
          <p:cNvSpPr/>
          <p:nvPr/>
        </p:nvSpPr>
        <p:spPr>
          <a:xfrm>
            <a:off x="5221200" y="2544337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证据管理</a:t>
            </a:r>
            <a:endParaRPr lang="en-US" sz="1050" dirty="0"/>
          </a:p>
        </p:txBody>
      </p:sp>
      <p:sp>
        <p:nvSpPr>
          <p:cNvPr id="103" name="Text 100"/>
          <p:cNvSpPr/>
          <p:nvPr/>
        </p:nvSpPr>
        <p:spPr>
          <a:xfrm>
            <a:off x="5367338" y="271843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证据采集接入</a:t>
            </a:r>
            <a:endParaRPr lang="en-US" sz="900" dirty="0"/>
          </a:p>
        </p:txBody>
      </p:sp>
      <p:sp>
        <p:nvSpPr>
          <p:cNvPr id="104" name="Text 101"/>
          <p:cNvSpPr/>
          <p:nvPr/>
        </p:nvSpPr>
        <p:spPr>
          <a:xfrm>
            <a:off x="5294471" y="272208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5" name="Text 102"/>
          <p:cNvSpPr/>
          <p:nvPr/>
        </p:nvSpPr>
        <p:spPr>
          <a:xfrm>
            <a:off x="5367338" y="2843186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证据标准化</a:t>
            </a:r>
            <a:endParaRPr lang="en-US" sz="900" dirty="0"/>
          </a:p>
        </p:txBody>
      </p:sp>
      <p:sp>
        <p:nvSpPr>
          <p:cNvPr id="106" name="Text 103"/>
          <p:cNvSpPr/>
          <p:nvPr/>
        </p:nvSpPr>
        <p:spPr>
          <a:xfrm>
            <a:off x="5294471" y="2846829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7" name="Text 104"/>
          <p:cNvSpPr/>
          <p:nvPr/>
        </p:nvSpPr>
        <p:spPr>
          <a:xfrm>
            <a:off x="5367338" y="296793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证据质量校验</a:t>
            </a:r>
            <a:endParaRPr lang="en-US" sz="900" dirty="0"/>
          </a:p>
        </p:txBody>
      </p:sp>
      <p:sp>
        <p:nvSpPr>
          <p:cNvPr id="108" name="Text 105"/>
          <p:cNvSpPr/>
          <p:nvPr/>
        </p:nvSpPr>
        <p:spPr>
          <a:xfrm>
            <a:off x="5294471" y="2971576"/>
            <a:ext cx="32385" cy="1092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9" name="Text 106"/>
          <p:cNvSpPr/>
          <p:nvPr/>
        </p:nvSpPr>
        <p:spPr>
          <a:xfrm>
            <a:off x="5367338" y="309268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证据关联映射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5294471" y="309632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1" name="Text 108"/>
          <p:cNvSpPr/>
          <p:nvPr/>
        </p:nvSpPr>
        <p:spPr>
          <a:xfrm>
            <a:off x="6488668" y="2557939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720" dirty="0"/>
          </a:p>
        </p:txBody>
      </p:sp>
      <p:sp>
        <p:nvSpPr>
          <p:cNvPr id="112" name="Text 109"/>
          <p:cNvSpPr/>
          <p:nvPr/>
        </p:nvSpPr>
        <p:spPr>
          <a:xfrm>
            <a:off x="6864739" y="2544337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能力评估</a:t>
            </a:r>
            <a:endParaRPr lang="en-US" sz="1050" dirty="0"/>
          </a:p>
        </p:txBody>
      </p:sp>
      <p:sp>
        <p:nvSpPr>
          <p:cNvPr id="113" name="Text 110"/>
          <p:cNvSpPr/>
          <p:nvPr/>
        </p:nvSpPr>
        <p:spPr>
          <a:xfrm>
            <a:off x="7002780" y="271843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能力评分计算</a:t>
            </a:r>
            <a:endParaRPr lang="en-US" sz="900" dirty="0"/>
          </a:p>
        </p:txBody>
      </p:sp>
      <p:sp>
        <p:nvSpPr>
          <p:cNvPr id="114" name="Text 111"/>
          <p:cNvSpPr/>
          <p:nvPr/>
        </p:nvSpPr>
        <p:spPr>
          <a:xfrm>
            <a:off x="6929914" y="272208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7002780" y="2843186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维度权重配置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6929914" y="2846829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7" name="Text 114"/>
          <p:cNvSpPr/>
          <p:nvPr/>
        </p:nvSpPr>
        <p:spPr>
          <a:xfrm>
            <a:off x="7002780" y="296793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评估结果校验</a:t>
            </a:r>
            <a:endParaRPr lang="en-US" sz="900" dirty="0"/>
          </a:p>
        </p:txBody>
      </p:sp>
      <p:sp>
        <p:nvSpPr>
          <p:cNvPr id="118" name="Text 115"/>
          <p:cNvSpPr/>
          <p:nvPr/>
        </p:nvSpPr>
        <p:spPr>
          <a:xfrm>
            <a:off x="6929914" y="2971576"/>
            <a:ext cx="32385" cy="1092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9" name="Text 116"/>
          <p:cNvSpPr/>
          <p:nvPr/>
        </p:nvSpPr>
        <p:spPr>
          <a:xfrm>
            <a:off x="7002780" y="3092680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敏感项校验</a:t>
            </a:r>
            <a:endParaRPr lang="en-US" sz="900" dirty="0"/>
          </a:p>
        </p:txBody>
      </p:sp>
      <p:sp>
        <p:nvSpPr>
          <p:cNvPr id="120" name="Text 117"/>
          <p:cNvSpPr/>
          <p:nvPr/>
        </p:nvSpPr>
        <p:spPr>
          <a:xfrm>
            <a:off x="6929914" y="309632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1" name="Text 118"/>
          <p:cNvSpPr/>
          <p:nvPr/>
        </p:nvSpPr>
        <p:spPr>
          <a:xfrm>
            <a:off x="3266360" y="3610451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720" dirty="0"/>
          </a:p>
        </p:txBody>
      </p:sp>
      <p:sp>
        <p:nvSpPr>
          <p:cNvPr id="122" name="Text 119"/>
          <p:cNvSpPr/>
          <p:nvPr/>
        </p:nvSpPr>
        <p:spPr>
          <a:xfrm>
            <a:off x="3618143" y="3596850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结果生成</a:t>
            </a:r>
            <a:endParaRPr lang="en-US" sz="1050" dirty="0"/>
          </a:p>
        </p:txBody>
      </p:sp>
      <p:sp>
        <p:nvSpPr>
          <p:cNvPr id="123" name="Text 120"/>
          <p:cNvSpPr/>
          <p:nvPr/>
        </p:nvSpPr>
        <p:spPr>
          <a:xfrm>
            <a:off x="3723799" y="377095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评估报告生成</a:t>
            </a:r>
            <a:endParaRPr lang="en-US" sz="900" dirty="0"/>
          </a:p>
        </p:txBody>
      </p:sp>
      <p:sp>
        <p:nvSpPr>
          <p:cNvPr id="124" name="Text 121"/>
          <p:cNvSpPr/>
          <p:nvPr/>
        </p:nvSpPr>
        <p:spPr>
          <a:xfrm>
            <a:off x="3650932" y="377459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5" name="Text 122"/>
          <p:cNvSpPr/>
          <p:nvPr/>
        </p:nvSpPr>
        <p:spPr>
          <a:xfrm>
            <a:off x="3723799" y="3895698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结果可视化</a:t>
            </a:r>
            <a:endParaRPr lang="en-US" sz="900" dirty="0"/>
          </a:p>
        </p:txBody>
      </p:sp>
      <p:sp>
        <p:nvSpPr>
          <p:cNvPr id="126" name="Text 123"/>
          <p:cNvSpPr/>
          <p:nvPr/>
        </p:nvSpPr>
        <p:spPr>
          <a:xfrm>
            <a:off x="3650932" y="389934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7" name="Text 124"/>
          <p:cNvSpPr/>
          <p:nvPr/>
        </p:nvSpPr>
        <p:spPr>
          <a:xfrm>
            <a:off x="3723799" y="4020445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结论与建议</a:t>
            </a:r>
            <a:endParaRPr lang="en-US" sz="900" dirty="0"/>
          </a:p>
        </p:txBody>
      </p:sp>
      <p:sp>
        <p:nvSpPr>
          <p:cNvPr id="128" name="Text 125"/>
          <p:cNvSpPr/>
          <p:nvPr/>
        </p:nvSpPr>
        <p:spPr>
          <a:xfrm>
            <a:off x="3650932" y="402408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9" name="Text 126"/>
          <p:cNvSpPr/>
          <p:nvPr/>
        </p:nvSpPr>
        <p:spPr>
          <a:xfrm>
            <a:off x="3723799" y="414519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结果导出共享</a:t>
            </a:r>
            <a:endParaRPr lang="en-US" sz="900" dirty="0"/>
          </a:p>
        </p:txBody>
      </p:sp>
      <p:sp>
        <p:nvSpPr>
          <p:cNvPr id="130" name="Text 127"/>
          <p:cNvSpPr/>
          <p:nvPr/>
        </p:nvSpPr>
        <p:spPr>
          <a:xfrm>
            <a:off x="3650932" y="414883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1" name="Text 128"/>
          <p:cNvSpPr/>
          <p:nvPr/>
        </p:nvSpPr>
        <p:spPr>
          <a:xfrm>
            <a:off x="4877514" y="3610451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720" dirty="0"/>
          </a:p>
        </p:txBody>
      </p:sp>
      <p:sp>
        <p:nvSpPr>
          <p:cNvPr id="132" name="Text 129"/>
          <p:cNvSpPr/>
          <p:nvPr/>
        </p:nvSpPr>
        <p:spPr>
          <a:xfrm>
            <a:off x="5221200" y="3596850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版本溯源</a:t>
            </a:r>
            <a:endParaRPr lang="en-US" sz="1050" dirty="0"/>
          </a:p>
        </p:txBody>
      </p:sp>
      <p:sp>
        <p:nvSpPr>
          <p:cNvPr id="133" name="Text 130"/>
          <p:cNvSpPr/>
          <p:nvPr/>
        </p:nvSpPr>
        <p:spPr>
          <a:xfrm>
            <a:off x="5367338" y="377095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版本记录管理</a:t>
            </a:r>
            <a:endParaRPr lang="en-US" sz="900" dirty="0"/>
          </a:p>
        </p:txBody>
      </p:sp>
      <p:sp>
        <p:nvSpPr>
          <p:cNvPr id="134" name="Text 131"/>
          <p:cNvSpPr/>
          <p:nvPr/>
        </p:nvSpPr>
        <p:spPr>
          <a:xfrm>
            <a:off x="5294471" y="377459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5" name="Text 132"/>
          <p:cNvSpPr/>
          <p:nvPr/>
        </p:nvSpPr>
        <p:spPr>
          <a:xfrm>
            <a:off x="5367338" y="3895698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变更影响追踪</a:t>
            </a:r>
            <a:endParaRPr lang="en-US" sz="900" dirty="0"/>
          </a:p>
        </p:txBody>
      </p:sp>
      <p:sp>
        <p:nvSpPr>
          <p:cNvPr id="136" name="Text 133"/>
          <p:cNvSpPr/>
          <p:nvPr/>
        </p:nvSpPr>
        <p:spPr>
          <a:xfrm>
            <a:off x="5294471" y="389934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7" name="Text 134"/>
          <p:cNvSpPr/>
          <p:nvPr/>
        </p:nvSpPr>
        <p:spPr>
          <a:xfrm>
            <a:off x="5367338" y="402044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溯源链路管理</a:t>
            </a:r>
            <a:endParaRPr lang="en-US" sz="900" dirty="0"/>
          </a:p>
        </p:txBody>
      </p:sp>
      <p:sp>
        <p:nvSpPr>
          <p:cNvPr id="138" name="Text 135"/>
          <p:cNvSpPr/>
          <p:nvPr/>
        </p:nvSpPr>
        <p:spPr>
          <a:xfrm>
            <a:off x="5294471" y="402408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9" name="Text 136"/>
          <p:cNvSpPr/>
          <p:nvPr/>
        </p:nvSpPr>
        <p:spPr>
          <a:xfrm>
            <a:off x="5367338" y="4145192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回溯与对比</a:t>
            </a:r>
            <a:endParaRPr lang="en-US" sz="900" dirty="0"/>
          </a:p>
        </p:txBody>
      </p:sp>
      <p:sp>
        <p:nvSpPr>
          <p:cNvPr id="140" name="Text 137"/>
          <p:cNvSpPr/>
          <p:nvPr/>
        </p:nvSpPr>
        <p:spPr>
          <a:xfrm>
            <a:off x="5294471" y="414883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1" name="Text 138"/>
          <p:cNvSpPr/>
          <p:nvPr/>
        </p:nvSpPr>
        <p:spPr>
          <a:xfrm>
            <a:off x="6488668" y="3610451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720" dirty="0"/>
          </a:p>
        </p:txBody>
      </p:sp>
      <p:sp>
        <p:nvSpPr>
          <p:cNvPr id="142" name="Text 139"/>
          <p:cNvSpPr/>
          <p:nvPr/>
        </p:nvSpPr>
        <p:spPr>
          <a:xfrm>
            <a:off x="6864739" y="3596850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证书审核</a:t>
            </a:r>
            <a:endParaRPr lang="en-US" sz="1050" dirty="0"/>
          </a:p>
        </p:txBody>
      </p:sp>
      <p:sp>
        <p:nvSpPr>
          <p:cNvPr id="143" name="Text 140"/>
          <p:cNvSpPr/>
          <p:nvPr/>
        </p:nvSpPr>
        <p:spPr>
          <a:xfrm>
            <a:off x="7002780" y="377095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结果合规审核</a:t>
            </a:r>
            <a:endParaRPr lang="en-US" sz="900" dirty="0"/>
          </a:p>
        </p:txBody>
      </p:sp>
      <p:sp>
        <p:nvSpPr>
          <p:cNvPr id="144" name="Text 141"/>
          <p:cNvSpPr/>
          <p:nvPr/>
        </p:nvSpPr>
        <p:spPr>
          <a:xfrm>
            <a:off x="6929914" y="377459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5" name="Text 142"/>
          <p:cNvSpPr/>
          <p:nvPr/>
        </p:nvSpPr>
        <p:spPr>
          <a:xfrm>
            <a:off x="7002780" y="3895698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证书签发管理</a:t>
            </a:r>
            <a:endParaRPr lang="en-US" sz="900" dirty="0"/>
          </a:p>
        </p:txBody>
      </p:sp>
      <p:sp>
        <p:nvSpPr>
          <p:cNvPr id="146" name="Text 143"/>
          <p:cNvSpPr/>
          <p:nvPr/>
        </p:nvSpPr>
        <p:spPr>
          <a:xfrm>
            <a:off x="6929914" y="389934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7" name="Text 144"/>
          <p:cNvSpPr/>
          <p:nvPr/>
        </p:nvSpPr>
        <p:spPr>
          <a:xfrm>
            <a:off x="7002780" y="402044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证书状态管理</a:t>
            </a:r>
            <a:endParaRPr lang="en-US" sz="900" dirty="0"/>
          </a:p>
        </p:txBody>
      </p:sp>
      <p:sp>
        <p:nvSpPr>
          <p:cNvPr id="148" name="Text 145"/>
          <p:cNvSpPr/>
          <p:nvPr/>
        </p:nvSpPr>
        <p:spPr>
          <a:xfrm>
            <a:off x="6929914" y="402408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9" name="Text 146"/>
          <p:cNvSpPr/>
          <p:nvPr/>
        </p:nvSpPr>
        <p:spPr>
          <a:xfrm>
            <a:off x="7002780" y="4145192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撤销与更新</a:t>
            </a:r>
            <a:endParaRPr lang="en-US" sz="900" dirty="0"/>
          </a:p>
        </p:txBody>
      </p:sp>
      <p:sp>
        <p:nvSpPr>
          <p:cNvPr id="150" name="Text 147"/>
          <p:cNvSpPr/>
          <p:nvPr/>
        </p:nvSpPr>
        <p:spPr>
          <a:xfrm>
            <a:off x="6929914" y="414883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51" name="Text 148"/>
          <p:cNvSpPr/>
          <p:nvPr/>
        </p:nvSpPr>
        <p:spPr>
          <a:xfrm>
            <a:off x="8067032" y="3011329"/>
            <a:ext cx="527065" cy="2752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反馈迭代</a:t>
            </a:r>
            <a:endParaRPr lang="en-US" sz="1050" dirty="0"/>
          </a:p>
        </p:txBody>
      </p:sp>
      <p:sp>
        <p:nvSpPr>
          <p:cNvPr id="152" name="Text 149"/>
          <p:cNvSpPr/>
          <p:nvPr/>
        </p:nvSpPr>
        <p:spPr>
          <a:xfrm>
            <a:off x="5537359" y="4550021"/>
            <a:ext cx="527065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证据支撑</a:t>
            </a:r>
            <a:endParaRPr lang="en-US" sz="900" dirty="0"/>
          </a:p>
        </p:txBody>
      </p:sp>
      <p:sp>
        <p:nvSpPr>
          <p:cNvPr id="153" name="Text 150"/>
          <p:cNvSpPr/>
          <p:nvPr/>
        </p:nvSpPr>
        <p:spPr>
          <a:xfrm>
            <a:off x="4282181" y="4768215"/>
            <a:ext cx="2445586" cy="1376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对象/证据池（评估对象与关键证据沉淀）</a:t>
            </a:r>
            <a:endParaRPr lang="en-US" sz="1050" dirty="0"/>
          </a:p>
        </p:txBody>
      </p:sp>
      <p:sp>
        <p:nvSpPr>
          <p:cNvPr id="154" name="Text 151"/>
          <p:cNvSpPr/>
          <p:nvPr/>
        </p:nvSpPr>
        <p:spPr>
          <a:xfrm>
            <a:off x="3383756" y="515764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企业主体</a:t>
            </a:r>
            <a:endParaRPr lang="en-US" sz="1050" dirty="0"/>
          </a:p>
        </p:txBody>
      </p:sp>
      <p:sp>
        <p:nvSpPr>
          <p:cNvPr id="155" name="Text 152"/>
          <p:cNvSpPr/>
          <p:nvPr/>
        </p:nvSpPr>
        <p:spPr>
          <a:xfrm>
            <a:off x="4169092" y="515764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海外项目</a:t>
            </a:r>
            <a:endParaRPr lang="en-US" sz="1050" dirty="0"/>
          </a:p>
        </p:txBody>
      </p:sp>
      <p:sp>
        <p:nvSpPr>
          <p:cNvPr id="156" name="Text 153"/>
          <p:cNvSpPr/>
          <p:nvPr/>
        </p:nvSpPr>
        <p:spPr>
          <a:xfrm>
            <a:off x="4986814" y="515764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技术设备</a:t>
            </a:r>
            <a:endParaRPr lang="en-US" sz="1050" dirty="0"/>
          </a:p>
        </p:txBody>
      </p:sp>
      <p:sp>
        <p:nvSpPr>
          <p:cNvPr id="157" name="Text 154"/>
          <p:cNvSpPr/>
          <p:nvPr/>
        </p:nvSpPr>
        <p:spPr>
          <a:xfrm>
            <a:off x="5820728" y="515764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财务信用</a:t>
            </a:r>
            <a:endParaRPr lang="en-US" sz="1050" dirty="0"/>
          </a:p>
        </p:txBody>
      </p:sp>
      <p:sp>
        <p:nvSpPr>
          <p:cNvPr id="158" name="Text 155"/>
          <p:cNvSpPr/>
          <p:nvPr/>
        </p:nvSpPr>
        <p:spPr>
          <a:xfrm>
            <a:off x="6638449" y="5068586"/>
            <a:ext cx="51652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E&amp;S/HSE</a:t>
            </a:r>
            <a:endParaRPr lang="en-US" sz="1050" dirty="0"/>
          </a:p>
        </p:txBody>
      </p:sp>
      <p:sp>
        <p:nvSpPr>
          <p:cNvPr id="159" name="Text 156"/>
          <p:cNvSpPr/>
          <p:nvPr/>
        </p:nvSpPr>
        <p:spPr>
          <a:xfrm>
            <a:off x="6751796" y="5190030"/>
            <a:ext cx="263533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</a:t>
            </a:r>
            <a:endParaRPr lang="en-US" sz="1050" dirty="0"/>
          </a:p>
        </p:txBody>
      </p:sp>
      <p:sp>
        <p:nvSpPr>
          <p:cNvPr id="160" name="Text 157"/>
          <p:cNvSpPr/>
          <p:nvPr/>
        </p:nvSpPr>
        <p:spPr>
          <a:xfrm>
            <a:off x="7480459" y="5068586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国别市场</a:t>
            </a:r>
            <a:endParaRPr lang="en-US" sz="1050" dirty="0"/>
          </a:p>
        </p:txBody>
      </p:sp>
      <p:sp>
        <p:nvSpPr>
          <p:cNvPr id="161" name="Text 158"/>
          <p:cNvSpPr/>
          <p:nvPr/>
        </p:nvSpPr>
        <p:spPr>
          <a:xfrm>
            <a:off x="7585710" y="5190030"/>
            <a:ext cx="3952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与风险</a:t>
            </a:r>
            <a:endParaRPr lang="en-US" sz="1050" dirty="0"/>
          </a:p>
        </p:txBody>
      </p:sp>
      <p:sp>
        <p:nvSpPr>
          <p:cNvPr id="162" name="Text 159"/>
          <p:cNvSpPr/>
          <p:nvPr/>
        </p:nvSpPr>
        <p:spPr>
          <a:xfrm>
            <a:off x="8994458" y="1060132"/>
            <a:ext cx="550545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结果应用</a:t>
            </a:r>
            <a:endParaRPr lang="en-US" sz="1050" dirty="0"/>
          </a:p>
        </p:txBody>
      </p:sp>
      <p:sp>
        <p:nvSpPr>
          <p:cNvPr id="163" name="Text 160"/>
          <p:cNvSpPr/>
          <p:nvPr/>
        </p:nvSpPr>
        <p:spPr>
          <a:xfrm>
            <a:off x="8804503" y="1202626"/>
            <a:ext cx="922366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（多场景赋能）</a:t>
            </a:r>
            <a:endParaRPr lang="en-US" sz="1050" dirty="0"/>
          </a:p>
        </p:txBody>
      </p:sp>
      <p:sp>
        <p:nvSpPr>
          <p:cNvPr id="164" name="Text 161"/>
          <p:cNvSpPr/>
          <p:nvPr/>
        </p:nvSpPr>
        <p:spPr>
          <a:xfrm>
            <a:off x="8994458" y="149182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企业应用</a:t>
            </a:r>
            <a:endParaRPr lang="en-US" sz="1050" dirty="0"/>
          </a:p>
        </p:txBody>
      </p:sp>
      <p:sp>
        <p:nvSpPr>
          <p:cNvPr id="165" name="Text 162"/>
          <p:cNvSpPr/>
          <p:nvPr/>
        </p:nvSpPr>
        <p:spPr>
          <a:xfrm>
            <a:off x="9107805" y="166592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战略决策支持</a:t>
            </a:r>
            <a:endParaRPr lang="en-US" sz="900" dirty="0"/>
          </a:p>
        </p:txBody>
      </p:sp>
      <p:sp>
        <p:nvSpPr>
          <p:cNvPr id="166" name="Text 163"/>
          <p:cNvSpPr/>
          <p:nvPr/>
        </p:nvSpPr>
        <p:spPr>
          <a:xfrm>
            <a:off x="9034939" y="166957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67" name="Text 164"/>
          <p:cNvSpPr/>
          <p:nvPr/>
        </p:nvSpPr>
        <p:spPr>
          <a:xfrm>
            <a:off x="9107805" y="1790674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投资立项评估</a:t>
            </a:r>
            <a:endParaRPr lang="en-US" sz="900" dirty="0"/>
          </a:p>
        </p:txBody>
      </p:sp>
      <p:sp>
        <p:nvSpPr>
          <p:cNvPr id="168" name="Text 165"/>
          <p:cNvSpPr/>
          <p:nvPr/>
        </p:nvSpPr>
        <p:spPr>
          <a:xfrm>
            <a:off x="9034939" y="1794317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69" name="Text 166"/>
          <p:cNvSpPr/>
          <p:nvPr/>
        </p:nvSpPr>
        <p:spPr>
          <a:xfrm>
            <a:off x="9107805" y="191542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项目投标支持</a:t>
            </a:r>
            <a:endParaRPr lang="en-US" sz="900" dirty="0"/>
          </a:p>
        </p:txBody>
      </p:sp>
      <p:sp>
        <p:nvSpPr>
          <p:cNvPr id="170" name="Text 167"/>
          <p:cNvSpPr/>
          <p:nvPr/>
        </p:nvSpPr>
        <p:spPr>
          <a:xfrm>
            <a:off x="9034939" y="191906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1" name="Text 168"/>
          <p:cNvSpPr/>
          <p:nvPr/>
        </p:nvSpPr>
        <p:spPr>
          <a:xfrm>
            <a:off x="9107805" y="204016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绩效考核应用</a:t>
            </a:r>
            <a:endParaRPr lang="en-US" sz="900" dirty="0"/>
          </a:p>
        </p:txBody>
      </p:sp>
      <p:sp>
        <p:nvSpPr>
          <p:cNvPr id="172" name="Text 169"/>
          <p:cNvSpPr/>
          <p:nvPr/>
        </p:nvSpPr>
        <p:spPr>
          <a:xfrm>
            <a:off x="9034939" y="204381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3" name="Text 170"/>
          <p:cNvSpPr/>
          <p:nvPr/>
        </p:nvSpPr>
        <p:spPr>
          <a:xfrm>
            <a:off x="9107805" y="2164914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风险预警控制</a:t>
            </a:r>
            <a:endParaRPr lang="en-US" sz="900" dirty="0"/>
          </a:p>
        </p:txBody>
      </p:sp>
      <p:sp>
        <p:nvSpPr>
          <p:cNvPr id="174" name="Text 171"/>
          <p:cNvSpPr/>
          <p:nvPr/>
        </p:nvSpPr>
        <p:spPr>
          <a:xfrm>
            <a:off x="9034939" y="216855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5" name="Text 172"/>
          <p:cNvSpPr/>
          <p:nvPr/>
        </p:nvSpPr>
        <p:spPr>
          <a:xfrm>
            <a:off x="8787194" y="2927128"/>
            <a:ext cx="1054132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外部合作伙伴应用</a:t>
            </a:r>
            <a:endParaRPr lang="en-US" sz="1050" dirty="0"/>
          </a:p>
        </p:txBody>
      </p:sp>
      <p:sp>
        <p:nvSpPr>
          <p:cNvPr id="176" name="Text 173"/>
          <p:cNvSpPr/>
          <p:nvPr/>
        </p:nvSpPr>
        <p:spPr>
          <a:xfrm>
            <a:off x="9107805" y="310123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金融机构授信</a:t>
            </a:r>
            <a:endParaRPr lang="en-US" sz="900" dirty="0"/>
          </a:p>
        </p:txBody>
      </p:sp>
      <p:sp>
        <p:nvSpPr>
          <p:cNvPr id="177" name="Text 174"/>
          <p:cNvSpPr/>
          <p:nvPr/>
        </p:nvSpPr>
        <p:spPr>
          <a:xfrm>
            <a:off x="9034939" y="310487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8" name="Text 175"/>
          <p:cNvSpPr/>
          <p:nvPr/>
        </p:nvSpPr>
        <p:spPr>
          <a:xfrm>
            <a:off x="9107805" y="3225977"/>
            <a:ext cx="790599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供应商准入评估</a:t>
            </a:r>
            <a:endParaRPr lang="en-US" sz="900" dirty="0"/>
          </a:p>
        </p:txBody>
      </p:sp>
      <p:sp>
        <p:nvSpPr>
          <p:cNvPr id="179" name="Text 176"/>
          <p:cNvSpPr/>
          <p:nvPr/>
        </p:nvSpPr>
        <p:spPr>
          <a:xfrm>
            <a:off x="9034939" y="322962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0" name="Text 177"/>
          <p:cNvSpPr/>
          <p:nvPr/>
        </p:nvSpPr>
        <p:spPr>
          <a:xfrm>
            <a:off x="9107805" y="3350724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合作伙伴尽调</a:t>
            </a:r>
            <a:endParaRPr lang="en-US" sz="900" dirty="0"/>
          </a:p>
        </p:txBody>
      </p:sp>
      <p:sp>
        <p:nvSpPr>
          <p:cNvPr id="181" name="Text 178"/>
          <p:cNvSpPr/>
          <p:nvPr/>
        </p:nvSpPr>
        <p:spPr>
          <a:xfrm>
            <a:off x="9034939" y="3354367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2" name="Text 179"/>
          <p:cNvSpPr/>
          <p:nvPr/>
        </p:nvSpPr>
        <p:spPr>
          <a:xfrm>
            <a:off x="9107805" y="347547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保险承保参考</a:t>
            </a:r>
            <a:endParaRPr lang="en-US" sz="900" dirty="0"/>
          </a:p>
        </p:txBody>
      </p:sp>
      <p:sp>
        <p:nvSpPr>
          <p:cNvPr id="183" name="Text 180"/>
          <p:cNvSpPr/>
          <p:nvPr/>
        </p:nvSpPr>
        <p:spPr>
          <a:xfrm>
            <a:off x="9034939" y="3479114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4" name="Text 181"/>
          <p:cNvSpPr/>
          <p:nvPr/>
        </p:nvSpPr>
        <p:spPr>
          <a:xfrm>
            <a:off x="9107805" y="360021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法律合规尽职</a:t>
            </a:r>
            <a:endParaRPr lang="en-US" sz="900" dirty="0"/>
          </a:p>
        </p:txBody>
      </p:sp>
      <p:sp>
        <p:nvSpPr>
          <p:cNvPr id="185" name="Text 182"/>
          <p:cNvSpPr/>
          <p:nvPr/>
        </p:nvSpPr>
        <p:spPr>
          <a:xfrm>
            <a:off x="9034939" y="3603861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6" name="Text 183"/>
          <p:cNvSpPr/>
          <p:nvPr/>
        </p:nvSpPr>
        <p:spPr>
          <a:xfrm>
            <a:off x="8874431" y="4303490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行业组织应用</a:t>
            </a:r>
            <a:endParaRPr lang="en-US" sz="1050" dirty="0"/>
          </a:p>
        </p:txBody>
      </p:sp>
      <p:sp>
        <p:nvSpPr>
          <p:cNvPr id="187" name="Text 184"/>
          <p:cNvSpPr/>
          <p:nvPr/>
        </p:nvSpPr>
        <p:spPr>
          <a:xfrm>
            <a:off x="9107805" y="447759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行业能力对标</a:t>
            </a:r>
            <a:endParaRPr lang="en-US" sz="900" dirty="0"/>
          </a:p>
        </p:txBody>
      </p:sp>
      <p:sp>
        <p:nvSpPr>
          <p:cNvPr id="188" name="Text 185"/>
          <p:cNvSpPr/>
          <p:nvPr/>
        </p:nvSpPr>
        <p:spPr>
          <a:xfrm>
            <a:off x="9034939" y="448123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9" name="Text 186"/>
          <p:cNvSpPr/>
          <p:nvPr/>
        </p:nvSpPr>
        <p:spPr>
          <a:xfrm>
            <a:off x="9107805" y="460233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标准制定参考</a:t>
            </a:r>
            <a:endParaRPr lang="en-US" sz="900" dirty="0"/>
          </a:p>
        </p:txBody>
      </p:sp>
      <p:sp>
        <p:nvSpPr>
          <p:cNvPr id="190" name="Text 187"/>
          <p:cNvSpPr/>
          <p:nvPr/>
        </p:nvSpPr>
        <p:spPr>
          <a:xfrm>
            <a:off x="9034939" y="460598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1" name="Text 188"/>
          <p:cNvSpPr/>
          <p:nvPr/>
        </p:nvSpPr>
        <p:spPr>
          <a:xfrm>
            <a:off x="9107805" y="4727086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行业洞察分析</a:t>
            </a:r>
            <a:endParaRPr lang="en-US" sz="900" dirty="0"/>
          </a:p>
        </p:txBody>
      </p:sp>
      <p:sp>
        <p:nvSpPr>
          <p:cNvPr id="192" name="Text 189"/>
          <p:cNvSpPr/>
          <p:nvPr/>
        </p:nvSpPr>
        <p:spPr>
          <a:xfrm>
            <a:off x="9034939" y="4730729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3" name="Text 190"/>
          <p:cNvSpPr/>
          <p:nvPr/>
        </p:nvSpPr>
        <p:spPr>
          <a:xfrm>
            <a:off x="9107805" y="485183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政策研究支持</a:t>
            </a:r>
            <a:endParaRPr lang="en-US" sz="900" dirty="0"/>
          </a:p>
        </p:txBody>
      </p:sp>
      <p:sp>
        <p:nvSpPr>
          <p:cNvPr id="194" name="Text 191"/>
          <p:cNvSpPr/>
          <p:nvPr/>
        </p:nvSpPr>
        <p:spPr>
          <a:xfrm>
            <a:off x="9034939" y="4855476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5" name="Text 192"/>
          <p:cNvSpPr/>
          <p:nvPr/>
        </p:nvSpPr>
        <p:spPr>
          <a:xfrm>
            <a:off x="9107805" y="497658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公共服务支撑</a:t>
            </a:r>
            <a:endParaRPr lang="en-US" sz="900" dirty="0"/>
          </a:p>
        </p:txBody>
      </p:sp>
      <p:sp>
        <p:nvSpPr>
          <p:cNvPr id="196" name="Text 193"/>
          <p:cNvSpPr/>
          <p:nvPr/>
        </p:nvSpPr>
        <p:spPr>
          <a:xfrm>
            <a:off x="9034939" y="4980224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7" name="Text 194"/>
          <p:cNvSpPr/>
          <p:nvPr/>
        </p:nvSpPr>
        <p:spPr>
          <a:xfrm>
            <a:off x="10395109" y="1060132"/>
            <a:ext cx="542449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运营保障</a:t>
            </a:r>
            <a:endParaRPr lang="en-US" sz="1050" dirty="0"/>
          </a:p>
        </p:txBody>
      </p:sp>
      <p:sp>
        <p:nvSpPr>
          <p:cNvPr id="198" name="Text 195"/>
          <p:cNvSpPr/>
          <p:nvPr/>
        </p:nvSpPr>
        <p:spPr>
          <a:xfrm>
            <a:off x="10275082" y="1202626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（安全合规）</a:t>
            </a:r>
            <a:endParaRPr lang="en-US" sz="1050" dirty="0"/>
          </a:p>
        </p:txBody>
      </p:sp>
      <p:sp>
        <p:nvSpPr>
          <p:cNvPr id="199" name="Text 196"/>
          <p:cNvSpPr/>
          <p:nvPr/>
        </p:nvSpPr>
        <p:spPr>
          <a:xfrm>
            <a:off x="10297954" y="1549956"/>
            <a:ext cx="145732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80" dirty="0"/>
          </a:p>
        </p:txBody>
      </p:sp>
      <p:sp>
        <p:nvSpPr>
          <p:cNvPr id="200" name="Text 197"/>
          <p:cNvSpPr/>
          <p:nvPr/>
        </p:nvSpPr>
        <p:spPr>
          <a:xfrm>
            <a:off x="10605611" y="1533764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</a:t>
            </a:r>
            <a:endParaRPr lang="en-US" sz="1050" dirty="0"/>
          </a:p>
        </p:txBody>
      </p:sp>
      <p:sp>
        <p:nvSpPr>
          <p:cNvPr id="201" name="Text 198"/>
          <p:cNvSpPr/>
          <p:nvPr/>
        </p:nvSpPr>
        <p:spPr>
          <a:xfrm>
            <a:off x="10581322" y="1707865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数据与能力</a:t>
            </a:r>
            <a:endParaRPr lang="en-US" sz="900" dirty="0"/>
          </a:p>
        </p:txBody>
      </p:sp>
      <p:sp>
        <p:nvSpPr>
          <p:cNvPr id="202" name="Text 199"/>
          <p:cNvSpPr/>
          <p:nvPr/>
        </p:nvSpPr>
        <p:spPr>
          <a:xfrm>
            <a:off x="10532745" y="1832207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3" name="Text 200"/>
          <p:cNvSpPr/>
          <p:nvPr/>
        </p:nvSpPr>
        <p:spPr>
          <a:xfrm>
            <a:off x="10581322" y="183261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分类分级管理</a:t>
            </a:r>
            <a:endParaRPr lang="en-US" sz="900" dirty="0"/>
          </a:p>
        </p:txBody>
      </p:sp>
      <p:sp>
        <p:nvSpPr>
          <p:cNvPr id="204" name="Text 201"/>
          <p:cNvSpPr/>
          <p:nvPr/>
        </p:nvSpPr>
        <p:spPr>
          <a:xfrm>
            <a:off x="10532745" y="1995250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5" name="Text 202"/>
          <p:cNvSpPr/>
          <p:nvPr/>
        </p:nvSpPr>
        <p:spPr>
          <a:xfrm>
            <a:off x="10297954" y="2416254"/>
            <a:ext cx="145732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80" dirty="0"/>
          </a:p>
        </p:txBody>
      </p:sp>
      <p:sp>
        <p:nvSpPr>
          <p:cNvPr id="206" name="Text 203"/>
          <p:cNvSpPr/>
          <p:nvPr/>
        </p:nvSpPr>
        <p:spPr>
          <a:xfrm>
            <a:off x="10605611" y="2400062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授权管理</a:t>
            </a:r>
            <a:endParaRPr lang="en-US" sz="1050" dirty="0"/>
          </a:p>
        </p:txBody>
      </p:sp>
      <p:sp>
        <p:nvSpPr>
          <p:cNvPr id="207" name="Text 204"/>
          <p:cNvSpPr/>
          <p:nvPr/>
        </p:nvSpPr>
        <p:spPr>
          <a:xfrm>
            <a:off x="10589419" y="2574164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访问主体与</a:t>
            </a:r>
            <a:endParaRPr lang="en-US" sz="900" dirty="0"/>
          </a:p>
        </p:txBody>
      </p:sp>
      <p:sp>
        <p:nvSpPr>
          <p:cNvPr id="208" name="Text 205"/>
          <p:cNvSpPr/>
          <p:nvPr/>
        </p:nvSpPr>
        <p:spPr>
          <a:xfrm>
            <a:off x="10540841" y="2698506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9" name="Text 206"/>
          <p:cNvSpPr/>
          <p:nvPr/>
        </p:nvSpPr>
        <p:spPr>
          <a:xfrm>
            <a:off x="10581322" y="269891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范围授权管理</a:t>
            </a:r>
            <a:endParaRPr lang="en-US" sz="900" dirty="0"/>
          </a:p>
        </p:txBody>
      </p:sp>
      <p:sp>
        <p:nvSpPr>
          <p:cNvPr id="210" name="Text 207"/>
          <p:cNvSpPr/>
          <p:nvPr/>
        </p:nvSpPr>
        <p:spPr>
          <a:xfrm>
            <a:off x="10532745" y="2700837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1" name="Text 208"/>
          <p:cNvSpPr/>
          <p:nvPr/>
        </p:nvSpPr>
        <p:spPr>
          <a:xfrm>
            <a:off x="10297954" y="3274457"/>
            <a:ext cx="145732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80" dirty="0"/>
          </a:p>
        </p:txBody>
      </p:sp>
      <p:sp>
        <p:nvSpPr>
          <p:cNvPr id="212" name="Text 209"/>
          <p:cNvSpPr/>
          <p:nvPr/>
        </p:nvSpPr>
        <p:spPr>
          <a:xfrm>
            <a:off x="10605611" y="325826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</a:t>
            </a:r>
            <a:endParaRPr lang="en-US" sz="1050" dirty="0"/>
          </a:p>
        </p:txBody>
      </p:sp>
      <p:sp>
        <p:nvSpPr>
          <p:cNvPr id="213" name="Text 210"/>
          <p:cNvSpPr/>
          <p:nvPr/>
        </p:nvSpPr>
        <p:spPr>
          <a:xfrm>
            <a:off x="10581322" y="3432366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细粒度权限</a:t>
            </a:r>
            <a:endParaRPr lang="en-US" sz="900" dirty="0"/>
          </a:p>
        </p:txBody>
      </p:sp>
      <p:sp>
        <p:nvSpPr>
          <p:cNvPr id="214" name="Text 211"/>
          <p:cNvSpPr/>
          <p:nvPr/>
        </p:nvSpPr>
        <p:spPr>
          <a:xfrm>
            <a:off x="10532745" y="3431961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5" name="Text 212"/>
          <p:cNvSpPr/>
          <p:nvPr/>
        </p:nvSpPr>
        <p:spPr>
          <a:xfrm>
            <a:off x="10581322" y="3557113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与策略控制</a:t>
            </a:r>
            <a:endParaRPr lang="en-US" sz="900" dirty="0"/>
          </a:p>
        </p:txBody>
      </p:sp>
      <p:sp>
        <p:nvSpPr>
          <p:cNvPr id="216" name="Text 213"/>
          <p:cNvSpPr/>
          <p:nvPr/>
        </p:nvSpPr>
        <p:spPr>
          <a:xfrm>
            <a:off x="10532745" y="3556708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7" name="Text 214"/>
          <p:cNvSpPr/>
          <p:nvPr/>
        </p:nvSpPr>
        <p:spPr>
          <a:xfrm>
            <a:off x="10297954" y="4140756"/>
            <a:ext cx="145732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80" dirty="0"/>
          </a:p>
        </p:txBody>
      </p:sp>
      <p:sp>
        <p:nvSpPr>
          <p:cNvPr id="218" name="Text 215"/>
          <p:cNvSpPr/>
          <p:nvPr/>
        </p:nvSpPr>
        <p:spPr>
          <a:xfrm>
            <a:off x="10605611" y="4124564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数据脱敏</a:t>
            </a:r>
            <a:endParaRPr lang="en-US" sz="1050" dirty="0"/>
          </a:p>
        </p:txBody>
      </p:sp>
      <p:sp>
        <p:nvSpPr>
          <p:cNvPr id="219" name="Text 216"/>
          <p:cNvSpPr/>
          <p:nvPr/>
        </p:nvSpPr>
        <p:spPr>
          <a:xfrm>
            <a:off x="10581322" y="429866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敏感数据识别</a:t>
            </a:r>
            <a:endParaRPr lang="en-US" sz="900" dirty="0"/>
          </a:p>
        </p:txBody>
      </p:sp>
      <p:sp>
        <p:nvSpPr>
          <p:cNvPr id="220" name="Text 217"/>
          <p:cNvSpPr/>
          <p:nvPr/>
        </p:nvSpPr>
        <p:spPr>
          <a:xfrm>
            <a:off x="10532745" y="4263705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1" name="Text 218"/>
          <p:cNvSpPr/>
          <p:nvPr/>
        </p:nvSpPr>
        <p:spPr>
          <a:xfrm>
            <a:off x="10581322" y="4423412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与脱敏处理</a:t>
            </a:r>
            <a:endParaRPr lang="en-US" sz="900" dirty="0"/>
          </a:p>
        </p:txBody>
      </p:sp>
      <p:sp>
        <p:nvSpPr>
          <p:cNvPr id="222" name="Text 219"/>
          <p:cNvSpPr/>
          <p:nvPr/>
        </p:nvSpPr>
        <p:spPr>
          <a:xfrm>
            <a:off x="10532745" y="4423007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3" name="Text 220"/>
          <p:cNvSpPr/>
          <p:nvPr/>
        </p:nvSpPr>
        <p:spPr>
          <a:xfrm>
            <a:off x="10297954" y="4998959"/>
            <a:ext cx="145732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680" dirty="0"/>
          </a:p>
        </p:txBody>
      </p:sp>
      <p:sp>
        <p:nvSpPr>
          <p:cNvPr id="224" name="Text 221"/>
          <p:cNvSpPr/>
          <p:nvPr/>
        </p:nvSpPr>
        <p:spPr>
          <a:xfrm>
            <a:off x="10605611" y="4982766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发布审核</a:t>
            </a:r>
            <a:endParaRPr lang="en-US" sz="1050" dirty="0"/>
          </a:p>
        </p:txBody>
      </p:sp>
      <p:sp>
        <p:nvSpPr>
          <p:cNvPr id="225" name="Text 222"/>
          <p:cNvSpPr/>
          <p:nvPr/>
        </p:nvSpPr>
        <p:spPr>
          <a:xfrm>
            <a:off x="10581322" y="5156867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对外发布前</a:t>
            </a:r>
            <a:endParaRPr lang="en-US" sz="900" dirty="0"/>
          </a:p>
        </p:txBody>
      </p:sp>
      <p:sp>
        <p:nvSpPr>
          <p:cNvPr id="226" name="Text 223"/>
          <p:cNvSpPr/>
          <p:nvPr/>
        </p:nvSpPr>
        <p:spPr>
          <a:xfrm>
            <a:off x="10532745" y="5156463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7" name="Text 224"/>
          <p:cNvSpPr/>
          <p:nvPr/>
        </p:nvSpPr>
        <p:spPr>
          <a:xfrm>
            <a:off x="10581322" y="5281614"/>
            <a:ext cx="451771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合规审核</a:t>
            </a:r>
            <a:endParaRPr lang="en-US" sz="900" dirty="0"/>
          </a:p>
        </p:txBody>
      </p:sp>
      <p:sp>
        <p:nvSpPr>
          <p:cNvPr id="228" name="Text 225"/>
          <p:cNvSpPr/>
          <p:nvPr/>
        </p:nvSpPr>
        <p:spPr>
          <a:xfrm>
            <a:off x="10532745" y="5281210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9" name="Text 226"/>
          <p:cNvSpPr/>
          <p:nvPr/>
        </p:nvSpPr>
        <p:spPr>
          <a:xfrm>
            <a:off x="10297954" y="5865256"/>
            <a:ext cx="145732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680" dirty="0"/>
          </a:p>
        </p:txBody>
      </p:sp>
      <p:sp>
        <p:nvSpPr>
          <p:cNvPr id="230" name="Text 227"/>
          <p:cNvSpPr/>
          <p:nvPr/>
        </p:nvSpPr>
        <p:spPr>
          <a:xfrm>
            <a:off x="10605611" y="584906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审计追踪</a:t>
            </a:r>
            <a:endParaRPr lang="en-US" sz="1050" dirty="0"/>
          </a:p>
        </p:txBody>
      </p:sp>
      <p:sp>
        <p:nvSpPr>
          <p:cNvPr id="231" name="Text 228"/>
          <p:cNvSpPr/>
          <p:nvPr/>
        </p:nvSpPr>
        <p:spPr>
          <a:xfrm>
            <a:off x="10581322" y="6023166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全链路操作</a:t>
            </a:r>
            <a:endParaRPr lang="en-US" sz="900" dirty="0"/>
          </a:p>
        </p:txBody>
      </p:sp>
      <p:sp>
        <p:nvSpPr>
          <p:cNvPr id="232" name="Text 229"/>
          <p:cNvSpPr/>
          <p:nvPr/>
        </p:nvSpPr>
        <p:spPr>
          <a:xfrm>
            <a:off x="10532745" y="6022761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3" name="Text 230"/>
          <p:cNvSpPr/>
          <p:nvPr/>
        </p:nvSpPr>
        <p:spPr>
          <a:xfrm>
            <a:off x="10581322" y="614791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日志留存审计</a:t>
            </a:r>
            <a:endParaRPr lang="en-US" sz="900" dirty="0"/>
          </a:p>
        </p:txBody>
      </p:sp>
      <p:sp>
        <p:nvSpPr>
          <p:cNvPr id="234" name="Text 231"/>
          <p:cNvSpPr/>
          <p:nvPr/>
        </p:nvSpPr>
        <p:spPr>
          <a:xfrm>
            <a:off x="10532745" y="6147508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5" name="Text 232"/>
          <p:cNvSpPr/>
          <p:nvPr/>
        </p:nvSpPr>
        <p:spPr>
          <a:xfrm>
            <a:off x="1246346" y="6023134"/>
            <a:ext cx="688181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服务价值层</a:t>
            </a:r>
            <a:endParaRPr lang="en-US" sz="1050" dirty="0"/>
          </a:p>
        </p:txBody>
      </p:sp>
      <p:sp>
        <p:nvSpPr>
          <p:cNvPr id="236" name="Text 233"/>
          <p:cNvSpPr/>
          <p:nvPr/>
        </p:nvSpPr>
        <p:spPr>
          <a:xfrm>
            <a:off x="914400" y="6257925"/>
            <a:ext cx="1449431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（能力输出与服务支撑）</a:t>
            </a:r>
            <a:endParaRPr lang="en-US" sz="1050" dirty="0"/>
          </a:p>
        </p:txBody>
      </p:sp>
      <p:sp>
        <p:nvSpPr>
          <p:cNvPr id="237" name="Text 234"/>
          <p:cNvSpPr/>
          <p:nvPr/>
        </p:nvSpPr>
        <p:spPr>
          <a:xfrm>
            <a:off x="2814387" y="5938933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基础评估服务</a:t>
            </a:r>
            <a:endParaRPr lang="en-US" sz="1050" dirty="0"/>
          </a:p>
        </p:txBody>
      </p:sp>
      <p:sp>
        <p:nvSpPr>
          <p:cNvPr id="238" name="Text 235"/>
          <p:cNvSpPr/>
          <p:nvPr/>
        </p:nvSpPr>
        <p:spPr>
          <a:xfrm>
            <a:off x="2987040" y="6113035"/>
            <a:ext cx="790599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标准化评估服务</a:t>
            </a:r>
            <a:endParaRPr lang="en-US" sz="900" dirty="0"/>
          </a:p>
        </p:txBody>
      </p:sp>
      <p:sp>
        <p:nvSpPr>
          <p:cNvPr id="239" name="Text 236"/>
          <p:cNvSpPr/>
          <p:nvPr/>
        </p:nvSpPr>
        <p:spPr>
          <a:xfrm>
            <a:off x="2914174" y="611667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0" name="Text 237"/>
          <p:cNvSpPr/>
          <p:nvPr/>
        </p:nvSpPr>
        <p:spPr>
          <a:xfrm>
            <a:off x="2987040" y="623778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快速评估工具</a:t>
            </a:r>
            <a:endParaRPr lang="en-US" sz="900" dirty="0"/>
          </a:p>
        </p:txBody>
      </p:sp>
      <p:sp>
        <p:nvSpPr>
          <p:cNvPr id="241" name="Text 238"/>
          <p:cNvSpPr/>
          <p:nvPr/>
        </p:nvSpPr>
        <p:spPr>
          <a:xfrm>
            <a:off x="2914174" y="624142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2" name="Text 239"/>
          <p:cNvSpPr/>
          <p:nvPr/>
        </p:nvSpPr>
        <p:spPr>
          <a:xfrm>
            <a:off x="2987040" y="636252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评估模板中心</a:t>
            </a:r>
            <a:endParaRPr lang="en-US" sz="900" dirty="0"/>
          </a:p>
        </p:txBody>
      </p:sp>
      <p:sp>
        <p:nvSpPr>
          <p:cNvPr id="243" name="Text 240"/>
          <p:cNvSpPr/>
          <p:nvPr/>
        </p:nvSpPr>
        <p:spPr>
          <a:xfrm>
            <a:off x="2914174" y="636617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4" name="Text 241"/>
          <p:cNvSpPr/>
          <p:nvPr/>
        </p:nvSpPr>
        <p:spPr>
          <a:xfrm>
            <a:off x="4287905" y="5938933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专项评估服务</a:t>
            </a:r>
            <a:endParaRPr lang="en-US" sz="1050" dirty="0"/>
          </a:p>
        </p:txBody>
      </p:sp>
      <p:sp>
        <p:nvSpPr>
          <p:cNvPr id="245" name="Text 242"/>
          <p:cNvSpPr/>
          <p:nvPr/>
        </p:nvSpPr>
        <p:spPr>
          <a:xfrm>
            <a:off x="4452461" y="611303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专项能力评估</a:t>
            </a:r>
            <a:endParaRPr lang="en-US" sz="900" dirty="0"/>
          </a:p>
        </p:txBody>
      </p:sp>
      <p:sp>
        <p:nvSpPr>
          <p:cNvPr id="246" name="Text 243"/>
          <p:cNvSpPr/>
          <p:nvPr/>
        </p:nvSpPr>
        <p:spPr>
          <a:xfrm>
            <a:off x="4379595" y="611667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7" name="Text 244"/>
          <p:cNvSpPr/>
          <p:nvPr/>
        </p:nvSpPr>
        <p:spPr>
          <a:xfrm>
            <a:off x="4452461" y="623778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行业场景评估</a:t>
            </a:r>
            <a:endParaRPr lang="en-US" sz="900" dirty="0"/>
          </a:p>
        </p:txBody>
      </p:sp>
      <p:sp>
        <p:nvSpPr>
          <p:cNvPr id="248" name="Text 245"/>
          <p:cNvSpPr/>
          <p:nvPr/>
        </p:nvSpPr>
        <p:spPr>
          <a:xfrm>
            <a:off x="4379595" y="624142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9" name="Text 246"/>
          <p:cNvSpPr/>
          <p:nvPr/>
        </p:nvSpPr>
        <p:spPr>
          <a:xfrm>
            <a:off x="4452461" y="6362529"/>
            <a:ext cx="790599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定制化评估服务</a:t>
            </a:r>
            <a:endParaRPr lang="en-US" sz="900" dirty="0"/>
          </a:p>
        </p:txBody>
      </p:sp>
      <p:sp>
        <p:nvSpPr>
          <p:cNvPr id="250" name="Text 247"/>
          <p:cNvSpPr/>
          <p:nvPr/>
        </p:nvSpPr>
        <p:spPr>
          <a:xfrm>
            <a:off x="4379595" y="636617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1" name="Text 248"/>
          <p:cNvSpPr/>
          <p:nvPr/>
        </p:nvSpPr>
        <p:spPr>
          <a:xfrm>
            <a:off x="5810000" y="5938933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监测订阅服务</a:t>
            </a:r>
            <a:endParaRPr lang="en-US" sz="1050" dirty="0"/>
          </a:p>
        </p:txBody>
      </p:sp>
      <p:sp>
        <p:nvSpPr>
          <p:cNvPr id="252" name="Text 249"/>
          <p:cNvSpPr/>
          <p:nvPr/>
        </p:nvSpPr>
        <p:spPr>
          <a:xfrm>
            <a:off x="5966460" y="611303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能力动态监测</a:t>
            </a:r>
            <a:endParaRPr lang="en-US" sz="900" dirty="0"/>
          </a:p>
        </p:txBody>
      </p:sp>
      <p:sp>
        <p:nvSpPr>
          <p:cNvPr id="253" name="Text 250"/>
          <p:cNvSpPr/>
          <p:nvPr/>
        </p:nvSpPr>
        <p:spPr>
          <a:xfrm>
            <a:off x="5893594" y="611667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4" name="Text 251"/>
          <p:cNvSpPr/>
          <p:nvPr/>
        </p:nvSpPr>
        <p:spPr>
          <a:xfrm>
            <a:off x="5966460" y="623778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风险预警订阅</a:t>
            </a:r>
            <a:endParaRPr lang="en-US" sz="900" dirty="0"/>
          </a:p>
        </p:txBody>
      </p:sp>
      <p:sp>
        <p:nvSpPr>
          <p:cNvPr id="255" name="Text 252"/>
          <p:cNvSpPr/>
          <p:nvPr/>
        </p:nvSpPr>
        <p:spPr>
          <a:xfrm>
            <a:off x="5893594" y="624142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6" name="Text 253"/>
          <p:cNvSpPr/>
          <p:nvPr/>
        </p:nvSpPr>
        <p:spPr>
          <a:xfrm>
            <a:off x="5966460" y="636252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指标变化推送</a:t>
            </a:r>
            <a:endParaRPr lang="en-US" sz="900" dirty="0"/>
          </a:p>
        </p:txBody>
      </p:sp>
      <p:sp>
        <p:nvSpPr>
          <p:cNvPr id="257" name="Text 254"/>
          <p:cNvSpPr/>
          <p:nvPr/>
        </p:nvSpPr>
        <p:spPr>
          <a:xfrm>
            <a:off x="5893594" y="636617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8" name="Text 255"/>
          <p:cNvSpPr/>
          <p:nvPr/>
        </p:nvSpPr>
        <p:spPr>
          <a:xfrm>
            <a:off x="7348287" y="5938933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国际交流服务</a:t>
            </a:r>
            <a:endParaRPr lang="en-US" sz="1050" dirty="0"/>
          </a:p>
        </p:txBody>
      </p:sp>
      <p:sp>
        <p:nvSpPr>
          <p:cNvPr id="259" name="Text 256"/>
          <p:cNvSpPr/>
          <p:nvPr/>
        </p:nvSpPr>
        <p:spPr>
          <a:xfrm>
            <a:off x="7504748" y="611303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国际标准对接</a:t>
            </a:r>
            <a:endParaRPr lang="en-US" sz="900" dirty="0"/>
          </a:p>
        </p:txBody>
      </p:sp>
      <p:sp>
        <p:nvSpPr>
          <p:cNvPr id="260" name="Text 257"/>
          <p:cNvSpPr/>
          <p:nvPr/>
        </p:nvSpPr>
        <p:spPr>
          <a:xfrm>
            <a:off x="7431881" y="611667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1" name="Text 258"/>
          <p:cNvSpPr/>
          <p:nvPr/>
        </p:nvSpPr>
        <p:spPr>
          <a:xfrm>
            <a:off x="7504748" y="623778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跨境互认支持</a:t>
            </a:r>
            <a:endParaRPr lang="en-US" sz="900" dirty="0"/>
          </a:p>
        </p:txBody>
      </p:sp>
      <p:sp>
        <p:nvSpPr>
          <p:cNvPr id="262" name="Text 259"/>
          <p:cNvSpPr/>
          <p:nvPr/>
        </p:nvSpPr>
        <p:spPr>
          <a:xfrm>
            <a:off x="7431881" y="624142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3" name="Text 260"/>
          <p:cNvSpPr/>
          <p:nvPr/>
        </p:nvSpPr>
        <p:spPr>
          <a:xfrm>
            <a:off x="7504748" y="636252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国别信息服务</a:t>
            </a:r>
            <a:endParaRPr lang="en-US" sz="900" dirty="0"/>
          </a:p>
        </p:txBody>
      </p:sp>
      <p:sp>
        <p:nvSpPr>
          <p:cNvPr id="264" name="Text 261"/>
          <p:cNvSpPr/>
          <p:nvPr/>
        </p:nvSpPr>
        <p:spPr>
          <a:xfrm>
            <a:off x="7431881" y="636617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5" name="Text 262"/>
          <p:cNvSpPr/>
          <p:nvPr/>
        </p:nvSpPr>
        <p:spPr>
          <a:xfrm>
            <a:off x="8886575" y="5938933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生态协作服务</a:t>
            </a:r>
            <a:endParaRPr lang="en-US" sz="1050" dirty="0"/>
          </a:p>
        </p:txBody>
      </p:sp>
      <p:sp>
        <p:nvSpPr>
          <p:cNvPr id="266" name="Text 263"/>
          <p:cNvSpPr/>
          <p:nvPr/>
        </p:nvSpPr>
        <p:spPr>
          <a:xfrm>
            <a:off x="9043035" y="611303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合作生态对接</a:t>
            </a:r>
            <a:endParaRPr lang="en-US" sz="900" dirty="0"/>
          </a:p>
        </p:txBody>
      </p:sp>
      <p:sp>
        <p:nvSpPr>
          <p:cNvPr id="267" name="Text 264"/>
          <p:cNvSpPr/>
          <p:nvPr/>
        </p:nvSpPr>
        <p:spPr>
          <a:xfrm>
            <a:off x="8970169" y="611667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8" name="Text 265"/>
          <p:cNvSpPr/>
          <p:nvPr/>
        </p:nvSpPr>
        <p:spPr>
          <a:xfrm>
            <a:off x="9043035" y="623778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能力开放共享</a:t>
            </a:r>
            <a:endParaRPr lang="en-US" sz="900" dirty="0"/>
          </a:p>
        </p:txBody>
      </p:sp>
      <p:sp>
        <p:nvSpPr>
          <p:cNvPr id="269" name="Text 266"/>
          <p:cNvSpPr/>
          <p:nvPr/>
        </p:nvSpPr>
        <p:spPr>
          <a:xfrm>
            <a:off x="8970169" y="624142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0" name="Text 267"/>
          <p:cNvSpPr/>
          <p:nvPr/>
        </p:nvSpPr>
        <p:spPr>
          <a:xfrm>
            <a:off x="9043035" y="636252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生态共建共赢</a:t>
            </a:r>
            <a:endParaRPr lang="en-US" sz="900" dirty="0"/>
          </a:p>
        </p:txBody>
      </p:sp>
      <p:sp>
        <p:nvSpPr>
          <p:cNvPr id="271" name="Text 268"/>
          <p:cNvSpPr/>
          <p:nvPr/>
        </p:nvSpPr>
        <p:spPr>
          <a:xfrm>
            <a:off x="8970169" y="636617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2" name="Template Title"/>
          <p:cNvSpPr txBox="1"/>
          <p:nvPr/>
        </p:nvSpPr>
        <p:spPr>
          <a:xfrm>
            <a:off x="552450" y="190500"/>
            <a:ext cx="723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500" b="1" dirty="0">
                <a:solidFill>
                  <a:srgbClr val="0B3B75"/>
                </a:solidFill>
                <a:latin typeface="Microsoft YaHei"/>
                <a:ea typeface="Microsoft YaHei"/>
              </a:rPr>
              <a:t>总体架构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</Words>
  <Application>Microsoft Macintosh PowerPoint</Application>
  <PresentationFormat>宽屏</PresentationFormat>
  <Paragraphs>256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Arial</vt:lpstr>
      <vt:lpstr>Office Theme</vt:lpstr>
      <vt:lpstr>PowerPoint 演示文稿</vt:lpstr>
    </vt:vector>
  </TitlesOfParts>
  <Company>CyberPPT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CyberPPT dual image editable overlay</dc:title>
  <dc:subject>dual_image_editable_overlay</dc:subject>
  <dc:creator>CyberPPT</dc:creator>
  <cp:lastModifiedBy>Xing Liu</cp:lastModifiedBy>
  <cp:revision>2</cp:revision>
  <dcterms:created xsi:type="dcterms:W3CDTF">2026-07-05T05:49:04Z</dcterms:created>
  <dcterms:modified xsi:type="dcterms:W3CDTF">2026-07-05T06:39:07Z</dcterms:modified>
</cp:coreProperties>
</file>