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ChromeLogo1" Type="http://schemas.openxmlformats.org/officeDocument/2006/relationships/image" Target="../media/cec_logo.pn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CEC Red Divider"/>
          <p:cNvSpPr/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3" name="Master 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r"/>
            <a:r>
              <a:rPr lang="zh-CN" sz="1000" dirty="0" b="1">
                <a:solidFill>
                  <a:srgbClr val="666666"/>
                </a:solidFill>
                <a:latin typeface="Microsoft YaHei"/>
                <a:ea typeface="Microsoft YaHei"/>
              </a:rPr>
              <a:t>6</a:t>
            </a:r>
          </a:p>
        </p:txBody>
      </p:sp>
      <p:pic>
        <p:nvPicPr>
          <p:cNvPr id="4" name="CEC Logo"/>
          <p:cNvPicPr>
            <a:picLocks noChangeAspect="1"/>
          </p:cNvPicPr>
          <p:nvPr/>
        </p:nvPicPr>
        <p:blipFill>
          <a:blip r:embed="rIdChromeLogo1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0363200" cy="5829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66360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77514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8668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66360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7514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88668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6360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7514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8668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97954" y="15418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97954" y="2408158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97954" y="32663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97954" y="41326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97954" y="49908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97954" y="58571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3982" y="1060132"/>
            <a:ext cx="55864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76100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16119" y="1534573"/>
            <a:ext cx="864388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62100" y="170867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89234" y="1715556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562100" y="18334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89234" y="171795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562100" y="195816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89234" y="184111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562100" y="208291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89234" y="2086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562100" y="2207662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53014" y="255470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562100" y="272880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89234" y="257780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562100" y="285354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489234" y="285719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562100" y="297829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489234" y="298193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562100" y="3103043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489234" y="310668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562100" y="322779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53014" y="359102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562100" y="37651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489234" y="376876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562100" y="3889869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489234" y="38935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562100" y="4014616"/>
            <a:ext cx="903542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489234" y="401825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562100" y="413936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489234" y="414300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562100" y="426411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221247" y="4630579"/>
            <a:ext cx="1054132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562100" y="480675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489234" y="481039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562100" y="493150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489234" y="493514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562100" y="5056247"/>
            <a:ext cx="89450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489234" y="505989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562100" y="518099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489234" y="518463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562100" y="5305741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063841" y="1060132"/>
            <a:ext cx="28903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266360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618143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723799" y="1665927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650932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723799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650932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723799" y="1915420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650932" y="19618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723799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650932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7514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221200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367338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294471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367338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294471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367338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367338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88668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864739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002780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929914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002780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929914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002780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9914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002780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929914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266360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618143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723799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50932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723799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650932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723799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650932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723799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650932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877514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221200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367338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294471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367338" y="284318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294471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367338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294471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367338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294471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88668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864739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002780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929914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002780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929914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002780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929914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002780" y="3092680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929914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266360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618143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723799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650932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723799" y="3895698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650932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723799" y="402044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650932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723799" y="41451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650932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877514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221200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367338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294471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367338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294471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367338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294471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367338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294471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88668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864739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002780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929914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002780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929914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002780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929914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002780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929914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067032" y="3011329"/>
            <a:ext cx="527065" cy="2752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37359" y="4550021"/>
            <a:ext cx="52706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282181" y="4768215"/>
            <a:ext cx="2445586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383756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169092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986814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20728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638449" y="5068586"/>
            <a:ext cx="51652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751796" y="5190030"/>
            <a:ext cx="263533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480459" y="506858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585710" y="5190030"/>
            <a:ext cx="3952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994458" y="1060132"/>
            <a:ext cx="550545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804503" y="1202626"/>
            <a:ext cx="922366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994458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107805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034939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107805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034939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107805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034939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107805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034939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107805" y="216491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034939" y="2168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787194" y="2927128"/>
            <a:ext cx="1054132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107805" y="310123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034939" y="310487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107805" y="3225977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034939" y="322962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107805" y="335072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034939" y="335436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107805" y="347547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034939" y="347911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107805" y="360021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034939" y="360386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874431" y="430349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107805" y="44775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034939" y="44812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107805" y="46023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034939" y="46059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107805" y="47270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034939" y="47307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107805" y="48518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034939" y="485547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107805" y="49765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034939" y="498022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0395109" y="1060132"/>
            <a:ext cx="542449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0275082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0297954" y="15499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605611" y="15337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581322" y="170786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532745" y="18322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581322" y="183261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532745" y="199525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0297954" y="2416254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605611" y="2400062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589419" y="2574164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540841" y="2698506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581322" y="269891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532745" y="270083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0297954" y="3274457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605611" y="32582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581322" y="34323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532745" y="34319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581322" y="3557113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532745" y="35567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0297954" y="41407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605611" y="41245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581322" y="429866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532745" y="4263705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581322" y="442341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532745" y="44230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0297954" y="4998959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605611" y="498276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581322" y="5156867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532745" y="5156463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581322" y="5281614"/>
            <a:ext cx="451771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532745" y="528121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0297954" y="58652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605611" y="58490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581322" y="60231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532745" y="60227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581322" y="614791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532745" y="61475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246346" y="6023134"/>
            <a:ext cx="68818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914400" y="6257925"/>
            <a:ext cx="144943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8143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987040" y="611303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91417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98704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91417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98704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91417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28790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452461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379595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452461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379595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452461" y="6362529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379595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10000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66460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9359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6646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9359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6646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9359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3482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504748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431881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504748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431881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504748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431881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88657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043035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970169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043035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970169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043035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970169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1905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l"/>
            <a:r>
              <a:rPr lang="zh-CN" sz="2500" dirty="0" b="1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2026-07-05T05:49:04Z</dcterms:created>
  <dcterms:modified xsi:type="dcterms:W3CDTF">2026-07-05T05:49:04Z</dcterms:modified>
</cp:coreProperties>
</file>