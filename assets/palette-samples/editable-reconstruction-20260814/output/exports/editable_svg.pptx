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897350" cy="8448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1929ae832b654f0.jpg"/>
  <Relationship Id="rId3" Type="http://schemas.openxmlformats.org/officeDocument/2006/relationships/image" Target="../media/image_ea73fb1bf6d377dd.jpg"/>
  <Relationship Id="rId4" Type="http://schemas.openxmlformats.org/officeDocument/2006/relationships/image" Target="../media/image_038753604e02c9a6.jp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0e5681f580952ad.jpg"/>
  <Relationship Id="rId3" Type="http://schemas.openxmlformats.org/officeDocument/2006/relationships/image" Target="../media/image_01cbf83b4a60d3f8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2714625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4625"/>
            <a:ext cx="4000500" cy="3429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0"/>
            <a:ext cx="7048500" cy="254317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7858125" y="333375"/>
            <a:ext cx="5095875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858125" y="2276475"/>
            <a:ext cx="5476875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858125" y="6657975"/>
            <a:ext cx="5715000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106570" y="3273171"/>
            <a:ext cx="1761134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首期服务方向围绕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06570" y="3635121"/>
            <a:ext cx="2197303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需求明确、资源清晰、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06570" y="4016121"/>
            <a:ext cx="2197303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成果可验、价格可执行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06570" y="4378071"/>
            <a:ext cx="2633472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的领域，优先形成可展示、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06570" y="4768596"/>
            <a:ext cx="2851556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可交付、可复制的行业服务。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8889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需求明确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8514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资源清晰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85764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成果可验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5389" y="5941314"/>
            <a:ext cx="73792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价格可执行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8249" y="426415"/>
            <a:ext cx="4992075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一、选择原则｜优先形成可验证产品和场景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83345" y="1015746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首期标准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72525" y="1449324"/>
            <a:ext cx="23954689" cy="739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重点选择真实需求明确、资源权利清晰、交付成果可验证、商务价格可执行、持续服务有条件的服务方向。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12520" y="1015746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推进方式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54075" y="1449324"/>
            <a:ext cx="19883780" cy="739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按照成熟一项、推进一项的原则，先形成样例、试点和首批客户，再逐步纳入正式运营。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48249" y="2359990"/>
            <a:ext cx="4992075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二、六类重点｜围绕已有基础形成首期示范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64819" y="3145765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设备可靠性与生产运行服务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69944" y="3145765"/>
            <a:ext cx="22543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绿色低碳与电碳因子服务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27444" y="3145765"/>
            <a:ext cx="22543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电力供需与市场经营服务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88569" y="5117440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燃料价格预测与供应链服务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84194" y="5117440"/>
            <a:ext cx="2661453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科研教育与高质量数据集服务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327444" y="5117440"/>
            <a:ext cx="2050816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科技成果可信转化服务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48249" y="6741490"/>
            <a:ext cx="5777179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三、动态调整｜储备方向条件成熟后纳入正式运营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55319" y="7336765"/>
            <a:ext cx="829544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储备培育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327319" y="7336765"/>
            <a:ext cx="1033089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跨行业探索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0"/>
            <a:ext cx="10420350" cy="5019675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5305425"/>
            <a:ext cx="8096250" cy="31432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276225"/>
            <a:ext cx="1543050" cy="3000375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71450" y="3390900"/>
            <a:ext cx="1543050" cy="161925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5505450"/>
            <a:ext cx="1543050" cy="2562225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885950" y="3390900"/>
            <a:ext cx="11287125" cy="1619250"/>
          </a:xfrm>
          <a:prstGeom prst="rect">
            <a:avLst/>
          </a:prstGeom>
          <a:solidFill>
            <a:srgbClr val="F1F5F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72222" y="724052"/>
            <a:ext cx="715427" cy="33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3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52848" y="460934"/>
            <a:ext cx="1007303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总体要求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4344" y="992696"/>
            <a:ext cx="17991277" cy="6864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数据供得出、流得动、用得好、保安全，建设可信连接、统一目录和安全管控等能力。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52848" y="1984934"/>
            <a:ext cx="1007303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建设节点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33649" y="2520124"/>
            <a:ext cx="1367691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2026年12月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54070" y="2920746"/>
            <a:ext cx="45262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初验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6449" y="2520124"/>
            <a:ext cx="1227753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2027年6月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87820" y="2920746"/>
            <a:ext cx="45262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终验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8529" y="4123334"/>
            <a:ext cx="1244316" cy="443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量化目标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778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主体接入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19325" y="4170616"/>
            <a:ext cx="19133207" cy="9963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3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总体建设任务完成时，实现600家以上数据流通利用主体接入。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210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行业流通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86325" y="4170616"/>
            <a:ext cx="16992345" cy="9963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3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支持5个以上重点行业的跨区域、跨行业数据流通利用。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023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产品发布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67625" y="4170616"/>
            <a:ext cx="9154028" cy="9963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3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发布不少于1200个数据产品。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83645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示范场景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44150" y="4170616"/>
            <a:ext cx="15990974" cy="9963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3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打造20个以上示范性强、带动性广的典型应用场景。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8529" y="5980709"/>
            <a:ext cx="938997" cy="443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运营期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62348" y="5633009"/>
            <a:ext cx="1995952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持续运营评价原则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620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01 真实使用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100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02 服务质量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6282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03 经营效果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155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04 安全合规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52625" y="7063930"/>
            <a:ext cx="27625777" cy="1202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2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有效产品应有独立标识、明确版本、权利依据、质量说明和真实使用记录。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86325" y="7063930"/>
            <a:ext cx="24281816" cy="1202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2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服务等级、质量责任和客户支持要求落实到产品说明及合同文件。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39075" y="7063930"/>
            <a:ext cx="19265875" cy="1202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2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检验产品价格、资源投入和持续服务责任是否匹配。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91825" y="7063930"/>
            <a:ext cx="21773845" cy="1202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2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将分类分级、权利核查、用途限定和风险处置贯穿全过程。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2026-08-14T02:48:23Z</dcterms:created>
  <dcterms:modified xsi:type="dcterms:W3CDTF">2026-08-14T02:48:23Z</dcterms:modified>
  <cp:category/>
  <cp:contentStatus/>
</cp:coreProperties>
</file>