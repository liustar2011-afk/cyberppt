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071842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43B1383D-D990-47FF-8F88-567DF776E6BE}" type="slidenum"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fld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9f5b8a2df02a060b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53335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创新业务6-1：科技项目及课题研究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grpSp>
          <p:nvGrpSpPr>
            <p:cNvPr id="30" name="Group 30"/>
            <p:cNvGrpSpPr/>
            <p:nvPr/>
          </p:nvGrpSpPr>
          <p:grpSpPr>
            <a:xfrm>
              <a:off x="601602" y="1236746"/>
              <a:ext cx="11017069" cy="4454091"/>
              <a:chOff x="601602" y="1236746"/>
              <a:chExt cx="11017069" cy="445409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913094" y="1236746"/>
                <a:ext cx="6105938" cy="3999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5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双方将在五个方向开展科技项目和课题研究合作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01602" y="2497535"/>
                <a:ext cx="205450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68603" y="2429781"/>
                <a:ext cx="713748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电力领域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8603" y="2633043"/>
                <a:ext cx="1414849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数据基础设施建设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25314" y="2497535"/>
                <a:ext cx="205450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809253" y="2429781"/>
                <a:ext cx="1064299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高质量数据集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809253" y="2633043"/>
                <a:ext cx="1590125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评测标注与资产评估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8549" y="2497535"/>
                <a:ext cx="205450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1196" y="2429781"/>
                <a:ext cx="713748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电力数据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1196" y="2633043"/>
                <a:ext cx="1064299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安全风险评估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106615" y="2497535"/>
                <a:ext cx="205450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79262" y="2429781"/>
                <a:ext cx="713748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人工智能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79262" y="2633043"/>
                <a:ext cx="889024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工具与评测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30327" y="2497535"/>
                <a:ext cx="205450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02974" y="2429781"/>
                <a:ext cx="538473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能算碳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02974" y="2633043"/>
                <a:ext cx="713748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综合服务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809823" y="2110490"/>
                <a:ext cx="1769582" cy="269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8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开放协同，择优推进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343273" y="3713719"/>
                <a:ext cx="781756" cy="382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6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1700+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326334" y="4532414"/>
                <a:ext cx="601675" cy="382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6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23年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57049" y="5403899"/>
                <a:ext cx="1261622" cy="286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70" b="1" dirty="0">
                    <a:solidFill>
                      <a:srgbClr val="12355B"/>
                    </a:solidFill>
                    <a:latin typeface="Microsoft YaHei"/>
                    <a:ea typeface="Microsoft YaHei"/>
                    <a:cs typeface="Microsoft YaHei"/>
                  </a:rPr>
                  <a:t>承担建设任务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580579" y="1664725"/>
              <a:ext cx="11129464" cy="4194219"/>
              <a:chOff x="580579" y="1664725"/>
              <a:chExt cx="11129464" cy="419421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1918720" y="1664725"/>
                <a:ext cx="41019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围绕数据基础设施建设、高质量数据集评测标注与资产评估、电力数据安全风险评估、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918720" y="1834110"/>
                <a:ext cx="399427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人工智能工具与评测、能算碳综合服务等方向，联合开展科技项目和课题研究合作。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80579" y="4431347"/>
                <a:ext cx="149593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围绕数据基础设施参考架构、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6563" y="4544271"/>
                <a:ext cx="130187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接入连接器、可信流通及多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76563" y="4657194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主体运营机制开展联合研究。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80579" y="4995964"/>
                <a:ext cx="138823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中电联作为国家数据基础设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6563" y="5108887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施行业节点，可组织跨企业构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6563" y="5221811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建验证环境，提供行业级验证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6563" y="5334734"/>
                <a:ext cx="33261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条件。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398644" y="4431347"/>
                <a:ext cx="149593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围绕数据标注、数据集加工、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494629" y="4544271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质量评测与资产评估的方法及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494629" y="4657194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工具开展研究，并探索测评互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494629" y="4770117"/>
                <a:ext cx="978789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认与价值释放机制。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398644" y="5108887"/>
                <a:ext cx="138823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已联合多家网省公司完成多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494629" y="5221811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类数据集建设与评测案例，具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494629" y="5334734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备专家团队与标准体系支撑。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222356" y="4431347"/>
                <a:ext cx="138823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围绕数据分类分级、全生命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18341" y="4544271"/>
                <a:ext cx="1517269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周期与流通安全规则开展研究，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318341" y="4657194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联合验证风险评估及脱敏、水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318341" y="4770117"/>
                <a:ext cx="1194181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印等技防工具的适用性。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222356" y="5108887"/>
                <a:ext cx="149593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已研发相应评估与技防工具，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18341" y="5221811"/>
                <a:ext cx="130187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并在国网多省份落地应用。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29130" y="4431347"/>
                <a:ext cx="1388237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围绕模型适配、场景能力、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147699" y="4544271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安全可信等维度联合研发自动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147699" y="4657194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化评测工具，验证业务智能助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147699" y="4770117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手与数据治理工具应用效果。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029130" y="5108887"/>
                <a:ext cx="149593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已构建行业、场景、基础能力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147699" y="5221811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三级评测体系，在多家网省公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147699" y="5334734"/>
                <a:ext cx="655701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司落地应用。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52842" y="4431347"/>
                <a:ext cx="1603629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围绕碳排放核算、碳资产开发、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65765" y="4544271"/>
                <a:ext cx="140957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能效优化与零碳园区管理开展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65765" y="4657194"/>
                <a:ext cx="87109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工具与机制研究。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52842" y="4995964"/>
                <a:ext cx="1409776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6360" indent="-86360">
                  <a:buClr>
                    <a:srgbClr val="303030"/>
                  </a:buClr>
                  <a:buSzTx/>
                  <a:buFontTx/>
                  <a:buChar char="•"/>
                </a:pPr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依托1700余家会员单位资源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65765" y="5108887"/>
                <a:ext cx="142034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和23年行业积累，承担电力碳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65765" y="5221811"/>
                <a:ext cx="1086485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足迹数据库建设任务。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806415" y="2582510"/>
                <a:ext cx="1723238" cy="131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除上述方向外，如贵单位另有科技项目储备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806415" y="2712372"/>
                <a:ext cx="1903628" cy="131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或研究选题，可结合实际共同研究，择优推进。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348447" y="4036116"/>
                <a:ext cx="655701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会员单位资源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331509" y="4854810"/>
                <a:ext cx="440309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行业积累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359740" y="5701735"/>
                <a:ext cx="871093" cy="157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00" dirty="0">
                    <a:solidFill>
                      <a:srgbClr val="303030"/>
                    </a:solidFill>
                    <a:latin typeface="Microsoft YaHei"/>
                    <a:ea typeface="Microsoft YaHei"/>
                    <a:cs typeface="Microsoft YaHei"/>
                  </a:rPr>
                  <a:t>电力碳足迹数据库</a:t>
                </a:r>
              </a:p>
            </p:txBody>
          </p:sp>
        </p:grp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2026-09-04T03:07:43Z</dcterms:created>
  <dcterms:modified xsi:type="dcterms:W3CDTF">2026-09-04T03:07:43Z</dcterms:modified>
  <cp:category/>
  <cp:contentStatus/>
</cp:coreProperties>
</file>