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  <Relationship Id="rId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科技项目聚焦工具和验证能力建设，课题研究聚焦机制与方法体系。两类工作围绕共同主题形成研发、验证和应用协同。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标准建设把实践经验沉淀为行业规则，专业培训将规则、方法和案例转化为面向建设与运营人员的能力支持。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ree 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c33023640f0c720.png"/>
  <Relationship Id="rId3" Type="http://schemas.openxmlformats.org/officeDocument/2006/relationships/image" Target="../media/image_f9eeb72ad24a57bc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c33023640f0c720.png"/>
  <Relationship Id="rId3" Type="http://schemas.openxmlformats.org/officeDocument/2006/relationships/image" Target="../media/image_29377892e3666ceb.png"/>
  <Relationship Id="rId4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800100"/>
            <a:ext cx="12192000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40258" y="188595"/>
            <a:ext cx="533352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23B66"/>
                </a:solidFill>
                <a:latin typeface="Source Han Sans CN"/>
                <a:ea typeface="Microsoft YaHei"/>
                <a:cs typeface="Source Han Sans CN"/>
              </a:rPr>
              <a:t>创新业务6-1：科技项目及课题研究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847725"/>
            <a:ext cx="11563350" cy="5781675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23B6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47688" y="6708934"/>
            <a:ext cx="83339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中国电力企业联合会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55890" y="6708934"/>
            <a:ext cx="59873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800100"/>
            <a:ext cx="12192000" cy="28575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540258" y="188595"/>
            <a:ext cx="465504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23B66"/>
                </a:solidFill>
                <a:latin typeface="Source Han Sans CN"/>
                <a:ea typeface="Microsoft YaHei"/>
                <a:cs typeface="Source Han Sans CN"/>
              </a:rPr>
              <a:t>创新业务6-2：标准及培训服务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25" y="847725"/>
            <a:ext cx="11563350" cy="5781675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123B66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47688" y="6708934"/>
            <a:ext cx="833399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680" dirty="0">
                <a:solidFill>
                  <a:srgbClr val="FFFFFF"/>
                </a:solidFill>
                <a:latin typeface="Source Han Sans CN"/>
                <a:ea typeface="Microsoft YaHei"/>
                <a:cs typeface="Source Han Sans CN"/>
              </a:rPr>
              <a:t>中国电力企业联合会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755890" y="6708934"/>
            <a:ext cx="59873" cy="133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680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500">
    <p:fade/>
  </p:transition>
</p:sld>
</file>

<file path=ppt/theme/theme1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ree Design">
  <a:themeElements>
    <a:clrScheme name="Free Design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ree Design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2026-09-03T03:45:38Z</dcterms:created>
  <dcterms:modified xsi:type="dcterms:W3CDTF">2026-09-03T03:45:38Z</dcterms:modified>
  <cp:category/>
  <cp:contentStatus/>
</cp:coreProperties>
</file>