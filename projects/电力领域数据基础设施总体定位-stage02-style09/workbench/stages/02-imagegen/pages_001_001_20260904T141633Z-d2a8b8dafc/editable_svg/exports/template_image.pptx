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8577447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91CF5E0D-1ED2-4F62-ACA3-CADC5B2BCB01}" type="slidenum"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fld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ca11effdc9f08593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842467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电力领域数据基础设施总体定位：行业中枢与价值释放引擎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847725"/>
            <a:ext cx="11563350" cy="578167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2026-09-04T14:24:39Z</dcterms:created>
  <dcterms:modified xsi:type="dcterms:W3CDTF">2026-09-04T14:24:39Z</dcterms:modified>
  <cp:category/>
  <cp:contentStatus/>
</cp:coreProperties>
</file>