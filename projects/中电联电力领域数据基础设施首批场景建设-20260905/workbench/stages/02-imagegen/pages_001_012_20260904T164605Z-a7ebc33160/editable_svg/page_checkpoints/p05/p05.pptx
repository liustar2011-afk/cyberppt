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9487974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a25aecf4be6c62a3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68092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首批场景优先从三项基础完备的成熟业务中选择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483710" y="1062279"/>
              <a:ext cx="3071515" cy="16938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6702" y="1136526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首批场景首先要符合真实业务应用的定义：面向外部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6702" y="1320309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用户的某一业务主题提供数据服务或模型应用，依托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6702" y="1504092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安全可信、可计量的数据基础设施，通过数据交互、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6702" y="1687875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模型调用、可视化应用等服务方式完成真实数据流通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6702" y="1871657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应用，满足用户业务需要。单纯展示内部数据、缺少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6702" y="2055440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外部用户需求或没有实际服务闭环的事项，无法由该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6702" y="2239223"/>
              <a:ext cx="1637081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定义直接证明符合首批范围。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93995" y="1626896"/>
              <a:ext cx="4680672" cy="2540775"/>
            </a:xfrm>
            <a:prstGeom prst="roundRect">
              <a:avLst>
                <a:gd name="adj" fmla="val 2667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56986" y="1698602"/>
              <a:ext cx="4640453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三项基础共同构成首批场景的优先选择尺度。一是客户基础证明业务已有真实服务对象和需求，拟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56986" y="1856130"/>
              <a:ext cx="4640453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报事项应已面向会员单位、电力企业、政府部门、科研院所、高等院校、金融机构等开展相关业务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986" y="2013658"/>
              <a:ext cx="4640453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，具有明确服务对象、实际业务需求和一定客户。二是数据基础证明服务具备持续供给条件，业务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6986" y="2171187"/>
              <a:ext cx="4640453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应已形成业务数据、专业数据或数据集，以及分析报告、分析模型等产品成果，并具备持续更新和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56986" y="2328715"/>
              <a:ext cx="4640453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进一步开发利用基础。三是数字化基础证明服务具备接入条件，业务应已有业务系统、专业平台、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6986" y="2486243"/>
              <a:ext cx="4720514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网站等数字化载体，或现有产品服务能够数字化交付，并可根据实际情况通过API、可信连接器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56986" y="2643771"/>
              <a:ext cx="1301877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或系统接口接入基础设施。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08425" y="4608072"/>
              <a:ext cx="5329982" cy="1061479"/>
            </a:xfrm>
            <a:prstGeom prst="roundRect">
              <a:avLst>
                <a:gd name="adj" fmla="val 6383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71416" y="4682319"/>
              <a:ext cx="5267782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三项基础分别回答谁需要服务、用什么数据和产品提供服务、通过什么数字化载体接入。各单位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71416" y="4866102"/>
              <a:ext cx="4266209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应围绕已有成熟业务如实判断，首批优先选择三方面均具备较好基础的场景。</a:t>
              </a:r>
            </a:p>
          </p:txBody>
        </p: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2026-09-04T18:18:26Z</dcterms:created>
  <dcterms:modified xsi:type="dcterms:W3CDTF">2026-09-04T18:18:26Z</dcterms:modified>
  <cp:category/>
  <cp:contentStatus/>
</cp:coreProperties>
</file>