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E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38940925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image" Target="../media/image_2c33023640f0c720.png"/>
  <Relationship Id="rId1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CEC Content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Divider Master"/>
          <p:cNvSpPr/>
          <p:nvPr/>
        </p:nvSpPr>
        <p:spPr>
          <a:xfrm>
            <a:off x="0" y="800100"/>
            <a:ext cx="12192000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pic>
        <p:nvPicPr>
          <p:cNvPr id="3" name="companyLogo Mas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01250" y="123825"/>
            <a:ext cx="2000250" cy="666750"/>
          </a:xfrm>
          <a:prstGeom prst="rect">
            <a:avLst/>
          </a:prstGeom>
        </p:spPr>
      </p:pic>
      <p:sp>
        <p:nvSpPr>
          <p:cNvPr id="4" name="footerBar Master"/>
          <p:cNvSpPr/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23B66"/>
          </a:solidFill>
          <a:ln>
            <a:noFill/>
          </a:ln>
        </p:spPr>
      </p:sp>
      <p:sp>
        <p:nvSpPr>
          <p:cNvPr id="5" name="footerCompany Master"/>
          <p:cNvSpPr txBox="1"/>
          <p:nvPr/>
        </p:nvSpPr>
        <p:spPr>
          <a:xfrm>
            <a:off x="547688" y="6708934"/>
            <a:ext cx="83339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80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中国电力企业联合会</a:t>
            </a:r>
          </a:p>
        </p:txBody>
      </p:sp>
      <p:sp>
        <p:nvSpPr>
          <p:cNvPr id="6" name="pageNumber Master"/>
          <p:cNvSpPr txBox="1"/>
          <p:nvPr/>
        </p:nvSpPr>
        <p:spPr>
          <a:xfrm>
            <a:off x="11705542" y="6708934"/>
            <a:ext cx="110221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2c33023640f0c720.png"/>
  <Relationship Id="rId3" Type="http://schemas.openxmlformats.org/officeDocument/2006/relationships/image" Target="../media/image_da370df31ebc8e9b.pn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540258" y="188595"/>
            <a:ext cx="713232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23B66"/>
                </a:solidFill>
                <a:latin typeface="Source Han Sans CN"/>
                <a:ea typeface="Microsoft YaHei"/>
                <a:cs typeface="Source Han Sans CN"/>
              </a:rPr>
              <a:t>任务表把场景条件、服务方式和责任信息一次填清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314325" y="847725"/>
            <a:ext cx="11563350" cy="5781675"/>
            <a:chOff x="314325" y="847725"/>
            <a:chExt cx="11563350" cy="5781675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4325" y="847725"/>
              <a:ext cx="11563350" cy="5781675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472418" y="1039695"/>
              <a:ext cx="2111666" cy="2540775"/>
            </a:xfrm>
            <a:prstGeom prst="roundRect">
              <a:avLst>
                <a:gd name="adj" fmla="val 3209"/>
              </a:avLst>
            </a:prstGeom>
            <a:solidFill>
              <a:srgbClr val="FFFFFF">
                <a:alpha val="94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35409" y="1110554"/>
              <a:ext cx="1953438" cy="148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60" b="1" dirty="0">
                  <a:solidFill>
                    <a:srgbClr val="12355B"/>
                  </a:solidFill>
                  <a:latin typeface="Microsoft YaHei"/>
                  <a:ea typeface="Microsoft YaHei"/>
                  <a:cs typeface="Microsoft YaHei"/>
                </a:rPr>
                <a:t>任务表围绕一个具体场景收集能够支持后续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35409" y="1259331"/>
              <a:ext cx="1953438" cy="148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6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判断和沟通的信息。建设单位、场景名称和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5409" y="1408107"/>
              <a:ext cx="1953438" cy="148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6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场景简介用于说明谁建设、服务什么对象、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5409" y="1556884"/>
              <a:ext cx="1953438" cy="148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6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解决什么业务需求；主要服务方式用于说明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5409" y="1705660"/>
              <a:ext cx="1953438" cy="148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6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拟采用数据交互、模型调用、可视化应用等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5409" y="1854437"/>
              <a:ext cx="1953438" cy="148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6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一种或多种服务形态；客户基础、数据基础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5409" y="2003213"/>
              <a:ext cx="1953438" cy="148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6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和数字化基础分别说明真实需求、可用资源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5409" y="2151990"/>
              <a:ext cx="1953438" cy="148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6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与接入交付条件；牵头处室、责任人及联系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5409" y="2300766"/>
              <a:ext cx="1953438" cy="148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6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方式用于落实后续沟通责任。任务表在示例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5409" y="2449543"/>
              <a:ext cx="1907398" cy="148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6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行后预留4行空白供各单位填写场景，实际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5409" y="2598319"/>
              <a:ext cx="1851127" cy="148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6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申报数量仍以通知正文和填表说明为准。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94743" y="1028402"/>
              <a:ext cx="3466747" cy="2258467"/>
            </a:xfrm>
            <a:prstGeom prst="roundRect">
              <a:avLst>
                <a:gd name="adj" fmla="val 3000"/>
              </a:avLst>
            </a:prstGeom>
            <a:solidFill>
              <a:srgbClr val="FFFFFF">
                <a:alpha val="94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57735" y="1100109"/>
              <a:ext cx="3302599" cy="157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00" b="1" dirty="0">
                  <a:solidFill>
                    <a:srgbClr val="12355B"/>
                  </a:solidFill>
                  <a:latin typeface="Microsoft YaHei"/>
                  <a:ea typeface="Microsoft YaHei"/>
                  <a:cs typeface="Microsoft YaHei"/>
                </a:rPr>
                <a:t>填报应结合现有业务如实进行，每个部门和单位原则上至少填报1个符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57735" y="1257637"/>
              <a:ext cx="3299638" cy="157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合条件的场景，具备条件的可填报2个；暂不具备条件的，应说明有关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57735" y="1415165"/>
              <a:ext cx="3251175" cy="157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情况。三项基础应参照通知“二、建设范围”的定义填写，主要服务方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57735" y="1572693"/>
              <a:ext cx="3348101" cy="157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式可以选择一种或多种，避免用笼统描述代替现有客户、数据资源和数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57735" y="1730221"/>
              <a:ext cx="548005" cy="157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0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字化载体。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586588" y="4461272"/>
              <a:ext cx="3805517" cy="1439773"/>
            </a:xfrm>
            <a:prstGeom prst="roundRect">
              <a:avLst>
                <a:gd name="adj" fmla="val 4706"/>
              </a:avLst>
            </a:prstGeom>
            <a:solidFill>
              <a:srgbClr val="FFFFFF">
                <a:alpha val="94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49580" y="4533825"/>
              <a:ext cx="3628111" cy="165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b="1" dirty="0">
                  <a:solidFill>
                    <a:srgbClr val="12355B"/>
                  </a:solidFill>
                  <a:latin typeface="Microsoft YaHei"/>
                  <a:ea typeface="Microsoft YaHei"/>
                  <a:cs typeface="Microsoft YaHei"/>
                </a:rPr>
                <a:t>附件中的电力行业人才测评场景用于展示填写方法：示例说明了会员单位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49580" y="4700105"/>
              <a:ext cx="3628111" cy="165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和电力企业的服务对象、模型调用和数据交互的服务方式，以及人才测评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49580" y="4866384"/>
              <a:ext cx="3628111" cy="165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数据集、分析模型和现有系统等基础。该场景仅为参考示例，不代表已经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49580" y="5032664"/>
              <a:ext cx="3628111" cy="165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确定为首批场景；专班将根据各单位实际填报情况继续沟通完善建设和接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49580" y="5198944"/>
              <a:ext cx="461848" cy="165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dirty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入方案。</a:t>
              </a:r>
            </a:p>
          </p:txBody>
        </p:sp>
      </p:grpSp>
    </p:spTree>
  </p:cSld>
  <p:clrMapOvr>
    <a:masterClrMapping/>
  </p:clrMapOvr>
  <p:transition p14: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2026-09-04T18:18:44Z</dcterms:created>
  <dcterms:modified xsi:type="dcterms:W3CDTF">2026-09-04T18:18:44Z</dcterms:modified>
  <cp:category/>
  <cp:contentStatus/>
</cp:coreProperties>
</file>