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830467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93f02a001d69aa76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68092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接入、共建、供需对接与收益机制支撑持续运营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2448576" y="983233"/>
              <a:ext cx="4200748" cy="1637388"/>
            </a:xfrm>
            <a:prstGeom prst="roundRect">
              <a:avLst>
                <a:gd name="adj" fmla="val 4138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11568" y="1056633"/>
              <a:ext cx="4206736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场景运营从现有平台、数据和服务接入开始。业务平台和信息系统可通过AP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11568" y="1231664"/>
              <a:ext cx="4225092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I、可信连接器、系统接口等方式连接电力领域数据基础设施，并按照统一入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11568" y="1406696"/>
              <a:ext cx="4083126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口、后台隔离原则实现服务接入。对于不宜直接共享的高价值数据，可依托区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11568" y="1581727"/>
              <a:ext cx="4083126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块链、隐私计算、数据沙箱等技术能力，在保障数据安全和业务权益的前提下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1568" y="1756758"/>
              <a:ext cx="1207643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开展跨主体流通利用。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83451" y="1028402"/>
              <a:ext cx="3410285" cy="3048930"/>
            </a:xfrm>
            <a:prstGeom prst="roundRect">
              <a:avLst>
                <a:gd name="adj" fmla="val 2222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6442" y="1101803"/>
              <a:ext cx="324444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接入后的服务内容可在实际需求牵引下持续丰富。各部门和单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6442" y="1276834"/>
              <a:ext cx="324444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位可以鼓励现有服务厂商、合作机构参与场景共建，并引导现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6442" y="1451865"/>
              <a:ext cx="324444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有客户通过场景专区线上获取相关服务；也可联合数据供给方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6442" y="1626896"/>
              <a:ext cx="324444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、技术服务方开展数据产品开发、模型研发和应用验证，通过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6442" y="1801927"/>
              <a:ext cx="324444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场景专区发布产品服务和业务需求、开展供需对接。这些合作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6442" y="1976958"/>
              <a:ext cx="3244444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方式属于可结合场景选择的建设路径，原通知没有要求每个场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6442" y="2151990"/>
              <a:ext cx="968019" cy="174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9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景采用全部方式。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19343" y="4743580"/>
              <a:ext cx="9395222" cy="1185695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82128" y="4818674"/>
              <a:ext cx="9265318" cy="1912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场景专区开展市场化服务形成收益后，分配遵循“谁建设、谁收益”原则，并根据业务贡献、资源投入和运营支撑情况合理确定。具体分配方式仍由相关单位与数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2128" y="5011209"/>
              <a:ext cx="4363548" cy="1912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智公司根据场景实际建设情况协商，通知未给出固定比例或统一结算方案。</a:t>
              </a:r>
            </a:p>
          </p:txBody>
        </p: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2026-09-04T18:18:35Z</dcterms:created>
  <dcterms:modified xsi:type="dcterms:W3CDTF">2026-09-04T18:18:35Z</dcterms:modified>
  <cp:category/>
  <cp:contentStatus/>
</cp:coreProperties>
</file>