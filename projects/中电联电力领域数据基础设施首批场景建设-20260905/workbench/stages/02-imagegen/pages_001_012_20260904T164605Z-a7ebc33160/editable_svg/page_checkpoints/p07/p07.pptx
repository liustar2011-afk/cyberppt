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31495738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90d612104a4421b9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6163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业务主体与技术主体分工协同推进场景落地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483710" y="1028402"/>
              <a:ext cx="4087825" cy="2145543"/>
            </a:xfrm>
            <a:prstGeom prst="roundRect">
              <a:avLst>
                <a:gd name="adj" fmla="val 3158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6702" y="1101803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场景落地采用业务建设运营与基础设施技术运营两类责任协同。各业务部门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6702" y="1276834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和直属单位作为场景建设和业务运营主体，负责本单位场景建设的组织实施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6702" y="1451865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，确定产品和服务内容，组织相关数据和业务资源，开展客户对接、服务拓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6702" y="1626896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展和业务运营，并对场景业务内容、建设进度和质量负责。业务主体由此承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6702" y="1801927"/>
              <a:ext cx="3484067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担从内容设计、资源组织到客户服务和持续运营的完整业务责任。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3710" y="3478839"/>
              <a:ext cx="4087825" cy="1919697"/>
            </a:xfrm>
            <a:prstGeom prst="roundRect">
              <a:avLst>
                <a:gd name="adj" fmla="val 3529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6702" y="3552239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数智公司作为基础设施运营和技术支撑主体，负责电力领域数据基础设施运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6702" y="3727270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营及场景接入技术支撑，承担接口开发、系统联调、计量计费等工作，并做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6702" y="3902301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好基础设施侧数据安全技术保障。其责任集中在基础设施运行、场景接入和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6702" y="4077333"/>
              <a:ext cx="396331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技术保障，场景产品服务内容及客户运营仍由相应业务部门或直属单位负责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6702" y="4252364"/>
              <a:ext cx="129337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07043" y="1717235"/>
              <a:ext cx="3071515" cy="1806773"/>
            </a:xfrm>
            <a:prstGeom prst="roundRect">
              <a:avLst>
                <a:gd name="adj" fmla="val 375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70034" y="1791482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两类主体围绕同一场景形成责任衔接：业务主体明确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70034" y="1975265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服务内容、数据业务资源和客户需求，数智公司落实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70034" y="2159047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接入、联调、计量计费和基础设施侧安全技术要求。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70034" y="2342830"/>
              <a:ext cx="2889047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责任边界清楚后，具体场景建设和接入方案才能由各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0034" y="2526613"/>
              <a:ext cx="1637081" cy="182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方共同完善并进入上线实施。</a:t>
              </a:r>
            </a:p>
          </p:txBody>
        </p: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2026-09-04T18:18:30Z</dcterms:created>
  <dcterms:modified xsi:type="dcterms:W3CDTF">2026-09-04T18:18:30Z</dcterms:modified>
  <cp:category/>
  <cp:contentStatus/>
</cp:coreProperties>
</file>