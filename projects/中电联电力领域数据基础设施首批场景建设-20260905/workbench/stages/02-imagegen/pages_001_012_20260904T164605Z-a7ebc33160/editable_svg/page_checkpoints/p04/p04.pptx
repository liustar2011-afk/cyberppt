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E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9339379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2c33023640f0c720.png"/>
  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CEC Content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Divider Master"/>
          <p:cNvSpPr/>
          <p:nvPr/>
        </p:nvSpPr>
        <p:spPr>
          <a:xfrm>
            <a:off x="0" y="800100"/>
            <a:ext cx="1219200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pic>
        <p:nvPicPr>
          <p:cNvPr id="3" name="companyLogo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  <p:sp>
        <p:nvSpPr>
          <p:cNvPr id="4" name="footerBar Master"/>
          <p:cNvSpPr/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23B66"/>
          </a:solidFill>
          <a:ln>
            <a:noFill/>
          </a:ln>
        </p:spPr>
      </p:sp>
      <p:sp>
        <p:nvSpPr>
          <p:cNvPr id="5" name="footerCompany Master"/>
          <p:cNvSpPr txBox="1"/>
          <p:nvPr/>
        </p:nvSpPr>
        <p:spPr>
          <a:xfrm>
            <a:off x="547688" y="6708934"/>
            <a:ext cx="83339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中国电力企业联合会</a:t>
            </a:r>
          </a:p>
        </p:txBody>
      </p:sp>
      <p:sp>
        <p:nvSpPr>
          <p:cNvPr id="6" name="pageNumber Master"/>
          <p:cNvSpPr txBox="1"/>
          <p:nvPr/>
        </p:nvSpPr>
        <p:spPr>
          <a:xfrm>
            <a:off x="11755890" y="6708934"/>
            <a:ext cx="5987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2c33023640f0c720.png"/>
  <Relationship Id="rId3" Type="http://schemas.openxmlformats.org/officeDocument/2006/relationships/image" Target="../media/image_a71c5e7cdf85b19c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40258" y="188595"/>
            <a:ext cx="680923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B66"/>
                </a:solidFill>
                <a:latin typeface="Source Han Sans CN"/>
                <a:ea typeface="Microsoft YaHei"/>
                <a:cs typeface="Source Han Sans CN"/>
              </a:rPr>
              <a:t>场景建设是先行先试验收与持续运营的关键抓手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314325" y="847725"/>
            <a:ext cx="11563350" cy="5781675"/>
            <a:chOff x="314325" y="847725"/>
            <a:chExt cx="11563350" cy="578167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325" y="847725"/>
              <a:ext cx="11563350" cy="5781675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495002" y="1028402"/>
              <a:ext cx="3015053" cy="1682558"/>
            </a:xfrm>
            <a:prstGeom prst="roundRect">
              <a:avLst>
                <a:gd name="adj" fmla="val 4027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57994" y="1100956"/>
              <a:ext cx="2836545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12355B"/>
                  </a:solidFill>
                  <a:latin typeface="Microsoft YaHei"/>
                  <a:ea typeface="Microsoft YaHei"/>
                  <a:cs typeface="Microsoft YaHei"/>
                </a:rPr>
                <a:t>首批场景建设需要在明确的国家先行先试节点下形成实际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994" y="1267235"/>
              <a:ext cx="2836545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应用。电力领域数据基础设施先行先试项目是全国性行业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7994" y="1433515"/>
              <a:ext cx="2836545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协会中首个纳入国家数据基础设施先行先试的项目，也是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7994" y="1599794"/>
              <a:ext cx="2836545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中电联落实国家数据要素和能源数智化战略、促进内部数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7994" y="1766074"/>
              <a:ext cx="2836545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据资源协同利用的重要抓手。首批场景建设遵照中电联党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7994" y="1932354"/>
              <a:ext cx="2836545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组会议精神和《中国电力企业联合会数据共享利用管理办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7994" y="2098633"/>
              <a:ext cx="2633000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法（试行）》组织开展；为服务2026年底国家能源局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7994" y="2264913"/>
              <a:ext cx="2582113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初验和2027年6月国家数据局终验，首批建设需把基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7994" y="2431193"/>
              <a:ext cx="2158060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础设施能力落实到能够运行的场景载体中。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702025" y="3332038"/>
              <a:ext cx="4595980" cy="1552696"/>
            </a:xfrm>
            <a:prstGeom prst="roundRect">
              <a:avLst>
                <a:gd name="adj" fmla="val 4364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65017" y="3404592"/>
              <a:ext cx="4419676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12355B"/>
                  </a:solidFill>
                  <a:latin typeface="Microsoft YaHei"/>
                  <a:ea typeface="Microsoft YaHei"/>
                  <a:cs typeface="Microsoft YaHei"/>
                </a:rPr>
                <a:t>场景建设围绕各业务部门和直属单位的成熟业务，统筹现有数据资源、业务平台、产品服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65017" y="3570871"/>
              <a:ext cx="4419676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务和客户基础，建设具有中电联特色的场景专区。场景通过组织行业数据资源、连接数据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65017" y="3737151"/>
              <a:ext cx="4419676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供需主体和培育数据产品服务，把已有业务基础接入电力领域数据基础设施；实际应用再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65017" y="3903431"/>
              <a:ext cx="1253414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反向牵引基础设施完善。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930376" y="1096156"/>
              <a:ext cx="2676283" cy="2936007"/>
            </a:xfrm>
            <a:prstGeom prst="roundRect">
              <a:avLst>
                <a:gd name="adj" fmla="val 2532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993367" y="1168710"/>
              <a:ext cx="2497303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12355B"/>
                  </a:solidFill>
                  <a:latin typeface="Microsoft YaHei"/>
                  <a:ea typeface="Microsoft YaHei"/>
                  <a:cs typeface="Microsoft YaHei"/>
                </a:rPr>
                <a:t>场景专区将逐步成为业务展示、产品发布、供需对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93367" y="1334989"/>
              <a:ext cx="2497303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接和服务运营的重要渠道，并形成一批具有中电联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93367" y="1501269"/>
              <a:ext cx="2497303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特色、能够持续运营的数据产品和应用服务。建设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93367" y="1667548"/>
              <a:ext cx="2497303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成果由此落到数据资源开发利用和行业数据服务能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93367" y="1833828"/>
              <a:ext cx="2497303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力提升，同时为先行先试项目验收提供应用支撑。</a:t>
              </a:r>
            </a:p>
          </p:txBody>
        </p:sp>
      </p:grpSp>
    </p:spTree>
  </p:cSld>
  <p:clrMapOvr>
    <a:masterClrMapping/>
  </p:clrMapOvr>
  <p:transition p14: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2026-09-04T18:18:21Z</dcterms:created>
  <dcterms:modified xsi:type="dcterms:W3CDTF">2026-09-04T18:18:21Z</dcterms:modified>
  <cp:category/>
  <cp:contentStatus/>
</cp:coreProperties>
</file>